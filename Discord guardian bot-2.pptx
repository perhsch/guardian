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1" r:id="rId4"/>
    <p:sldId id="262" r:id="rId5"/>
    <p:sldId id="269" r:id="rId6"/>
    <p:sldId id="265" r:id="rId7"/>
    <p:sldId id="268" r:id="rId8"/>
    <p:sldId id="270" r:id="rId9"/>
    <p:sldId id="271" r:id="rId10"/>
    <p:sldId id="272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2" r:id="rId19"/>
    <p:sldId id="281" r:id="rId20"/>
    <p:sldId id="283" r:id="rId21"/>
    <p:sldId id="285" r:id="rId22"/>
    <p:sldId id="284" r:id="rId23"/>
    <p:sldId id="286" r:id="rId24"/>
    <p:sldId id="287" r:id="rId25"/>
    <p:sldId id="288" r:id="rId26"/>
    <p:sldId id="260" r:id="rId27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8A4CDA-CAB6-4D4A-B90E-02DB4C0FD8CF}" v="5" dt="2026-06-08T19:47:06.1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9" d="100"/>
          <a:sy n="79" d="100"/>
        </p:scale>
        <p:origin x="4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Κατερίνα Μόσχου" userId="92f258a43be2e06d" providerId="LiveId" clId="{927460AA-325B-4786-BFA1-115829DC7510}"/>
    <pc:docChg chg="undo custSel addSld delSld modSld sldOrd">
      <pc:chgData name="Κατερίνα Μόσχου" userId="92f258a43be2e06d" providerId="LiveId" clId="{927460AA-325B-4786-BFA1-115829DC7510}" dt="2026-06-08T19:52:48.028" v="4178" actId="1076"/>
      <pc:docMkLst>
        <pc:docMk/>
      </pc:docMkLst>
      <pc:sldChg chg="addSp delSp modSp mod setBg setClrOvrMap">
        <pc:chgData name="Κατερίνα Μόσχου" userId="92f258a43be2e06d" providerId="LiveId" clId="{927460AA-325B-4786-BFA1-115829DC7510}" dt="2026-05-20T19:15:36.622" v="2526" actId="26606"/>
        <pc:sldMkLst>
          <pc:docMk/>
          <pc:sldMk cId="2545851054" sldId="260"/>
        </pc:sldMkLst>
        <pc:spChg chg="mod">
          <ac:chgData name="Κατερίνα Μόσχου" userId="92f258a43be2e06d" providerId="LiveId" clId="{927460AA-325B-4786-BFA1-115829DC7510}" dt="2026-05-20T19:15:36.622" v="2526" actId="26606"/>
          <ac:spMkLst>
            <pc:docMk/>
            <pc:sldMk cId="2545851054" sldId="260"/>
            <ac:spMk id="2" creationId="{516BE16E-7CA0-83A3-6665-CE686FE161B9}"/>
          </ac:spMkLst>
        </pc:spChg>
        <pc:spChg chg="add">
          <ac:chgData name="Κατερίνα Μόσχου" userId="92f258a43be2e06d" providerId="LiveId" clId="{927460AA-325B-4786-BFA1-115829DC7510}" dt="2026-05-20T19:15:36.622" v="2526" actId="26606"/>
          <ac:spMkLst>
            <pc:docMk/>
            <pc:sldMk cId="2545851054" sldId="260"/>
            <ac:spMk id="14" creationId="{BC3E1C3D-633C-4756-B09B-9AD080714C9F}"/>
          </ac:spMkLst>
        </pc:spChg>
        <pc:spChg chg="add">
          <ac:chgData name="Κατερίνα Μόσχου" userId="92f258a43be2e06d" providerId="LiveId" clId="{927460AA-325B-4786-BFA1-115829DC7510}" dt="2026-05-20T19:15:36.622" v="2526" actId="26606"/>
          <ac:spMkLst>
            <pc:docMk/>
            <pc:sldMk cId="2545851054" sldId="260"/>
            <ac:spMk id="16" creationId="{1295DAF8-54BC-4834-A4B1-7DD2F7AFE5A3}"/>
          </ac:spMkLst>
        </pc:spChg>
      </pc:sldChg>
      <pc:sldChg chg="addSp delSp modSp new mod setBg addAnim delAnim setClrOvrMap">
        <pc:chgData name="Κατερίνα Μόσχου" userId="92f258a43be2e06d" providerId="LiveId" clId="{927460AA-325B-4786-BFA1-115829DC7510}" dt="2026-05-20T19:04:19.114" v="1865" actId="26606"/>
        <pc:sldMkLst>
          <pc:docMk/>
          <pc:sldMk cId="470356920" sldId="261"/>
        </pc:sldMkLst>
        <pc:spChg chg="mod">
          <ac:chgData name="Κατερίνα Μόσχου" userId="92f258a43be2e06d" providerId="LiveId" clId="{927460AA-325B-4786-BFA1-115829DC7510}" dt="2026-05-20T19:04:19.114" v="1865" actId="26606"/>
          <ac:spMkLst>
            <pc:docMk/>
            <pc:sldMk cId="470356920" sldId="261"/>
            <ac:spMk id="2" creationId="{C8AA278E-7CAA-C634-7BA5-B0AAF8D0F771}"/>
          </ac:spMkLst>
        </pc:spChg>
        <pc:spChg chg="add">
          <ac:chgData name="Κατερίνα Μόσχου" userId="92f258a43be2e06d" providerId="LiveId" clId="{927460AA-325B-4786-BFA1-115829DC7510}" dt="2026-05-20T19:04:19.114" v="1865" actId="26606"/>
          <ac:spMkLst>
            <pc:docMk/>
            <pc:sldMk cId="470356920" sldId="261"/>
            <ac:spMk id="37" creationId="{BC3E1C3D-633C-4756-B09B-9AD080714C9F}"/>
          </ac:spMkLst>
        </pc:spChg>
        <pc:spChg chg="add">
          <ac:chgData name="Κατερίνα Μόσχου" userId="92f258a43be2e06d" providerId="LiveId" clId="{927460AA-325B-4786-BFA1-115829DC7510}" dt="2026-05-20T19:04:19.114" v="1865" actId="26606"/>
          <ac:spMkLst>
            <pc:docMk/>
            <pc:sldMk cId="470356920" sldId="261"/>
            <ac:spMk id="39" creationId="{1295DAF8-54BC-4834-A4B1-7DD2F7AFE5A3}"/>
          </ac:spMkLst>
        </pc:spChg>
      </pc:sldChg>
      <pc:sldChg chg="addSp delSp modSp new mod setBg setClrOvrMap">
        <pc:chgData name="Κατερίνα Μόσχου" userId="92f258a43be2e06d" providerId="LiveId" clId="{927460AA-325B-4786-BFA1-115829DC7510}" dt="2026-05-20T19:05:23.402" v="1880" actId="26606"/>
        <pc:sldMkLst>
          <pc:docMk/>
          <pc:sldMk cId="549609038" sldId="262"/>
        </pc:sldMkLst>
        <pc:spChg chg="mod">
          <ac:chgData name="Κατερίνα Μόσχου" userId="92f258a43be2e06d" providerId="LiveId" clId="{927460AA-325B-4786-BFA1-115829DC7510}" dt="2026-05-20T19:04:53.717" v="1872" actId="26606"/>
          <ac:spMkLst>
            <pc:docMk/>
            <pc:sldMk cId="549609038" sldId="262"/>
            <ac:spMk id="2" creationId="{49298F41-FF37-CB07-F391-21815FF0E502}"/>
          </ac:spMkLst>
        </pc:spChg>
        <pc:graphicFrameChg chg="add mod modGraphic">
          <ac:chgData name="Κατερίνα Μόσχου" userId="92f258a43be2e06d" providerId="LiveId" clId="{927460AA-325B-4786-BFA1-115829DC7510}" dt="2026-05-20T19:05:23.402" v="1880" actId="26606"/>
          <ac:graphicFrameMkLst>
            <pc:docMk/>
            <pc:sldMk cId="549609038" sldId="262"/>
            <ac:graphicFrameMk id="83" creationId="{8E04E434-1978-002E-8993-22078DF4382E}"/>
          </ac:graphicFrameMkLst>
        </pc:graphicFrameChg>
      </pc:sldChg>
      <pc:sldChg chg="addSp delSp modSp new mod setBg">
        <pc:chgData name="Κατερίνα Μόσχου" userId="92f258a43be2e06d" providerId="LiveId" clId="{927460AA-325B-4786-BFA1-115829DC7510}" dt="2026-05-20T18:47:44.521" v="1064" actId="14100"/>
        <pc:sldMkLst>
          <pc:docMk/>
          <pc:sldMk cId="3532930944" sldId="265"/>
        </pc:sldMkLst>
        <pc:spChg chg="mod">
          <ac:chgData name="Κατερίνα Μόσχου" userId="92f258a43be2e06d" providerId="LiveId" clId="{927460AA-325B-4786-BFA1-115829DC7510}" dt="2026-05-20T18:47:13.559" v="1053" actId="26606"/>
          <ac:spMkLst>
            <pc:docMk/>
            <pc:sldMk cId="3532930944" sldId="265"/>
            <ac:spMk id="3" creationId="{6D8F1B79-4F9B-2820-8E56-B48F4F3D309B}"/>
          </ac:spMkLst>
        </pc:spChg>
        <pc:spChg chg="add">
          <ac:chgData name="Κατερίνα Μόσχου" userId="92f258a43be2e06d" providerId="LiveId" clId="{927460AA-325B-4786-BFA1-115829DC7510}" dt="2026-05-20T18:47:13.559" v="1053" actId="26606"/>
          <ac:spMkLst>
            <pc:docMk/>
            <pc:sldMk cId="3532930944" sldId="265"/>
            <ac:spMk id="13" creationId="{1660E788-AFA9-4A1B-9991-6AA74632A15B}"/>
          </ac:spMkLst>
        </pc:spChg>
        <pc:spChg chg="add">
          <ac:chgData name="Κατερίνα Μόσχου" userId="92f258a43be2e06d" providerId="LiveId" clId="{927460AA-325B-4786-BFA1-115829DC7510}" dt="2026-05-20T18:47:13.559" v="1053" actId="26606"/>
          <ac:spMkLst>
            <pc:docMk/>
            <pc:sldMk cId="3532930944" sldId="265"/>
            <ac:spMk id="15" creationId="{867D4867-5BA7-4462-B2F6-A23F4A622AA7}"/>
          </ac:spMkLst>
        </pc:spChg>
        <pc:picChg chg="add mod">
          <ac:chgData name="Κατερίνα Μόσχου" userId="92f258a43be2e06d" providerId="LiveId" clId="{927460AA-325B-4786-BFA1-115829DC7510}" dt="2026-05-20T18:47:44.521" v="1064" actId="14100"/>
          <ac:picMkLst>
            <pc:docMk/>
            <pc:sldMk cId="3532930944" sldId="265"/>
            <ac:picMk id="8" creationId="{8DAE0F5E-9B91-A199-0066-410766C7CF72}"/>
          </ac:picMkLst>
        </pc:picChg>
      </pc:sldChg>
      <pc:sldChg chg="addSp delSp modSp new mod setBg setClrOvrMap">
        <pc:chgData name="Κατερίνα Μόσχου" userId="92f258a43be2e06d" providerId="LiveId" clId="{927460AA-325B-4786-BFA1-115829DC7510}" dt="2026-05-20T19:05:14.971" v="1879" actId="26606"/>
        <pc:sldMkLst>
          <pc:docMk/>
          <pc:sldMk cId="4090688529" sldId="268"/>
        </pc:sldMkLst>
        <pc:spChg chg="mod">
          <ac:chgData name="Κατερίνα Μόσχου" userId="92f258a43be2e06d" providerId="LiveId" clId="{927460AA-325B-4786-BFA1-115829DC7510}" dt="2026-05-20T18:57:05.203" v="1697" actId="26606"/>
          <ac:spMkLst>
            <pc:docMk/>
            <pc:sldMk cId="4090688529" sldId="268"/>
            <ac:spMk id="2" creationId="{A2B5331E-2BEE-A0E4-4FF5-01E6933C601B}"/>
          </ac:spMkLst>
        </pc:spChg>
        <pc:graphicFrameChg chg="add mod modGraphic">
          <ac:chgData name="Κατερίνα Μόσχου" userId="92f258a43be2e06d" providerId="LiveId" clId="{927460AA-325B-4786-BFA1-115829DC7510}" dt="2026-05-20T19:05:14.971" v="1879" actId="26606"/>
          <ac:graphicFrameMkLst>
            <pc:docMk/>
            <pc:sldMk cId="4090688529" sldId="268"/>
            <ac:graphicFrameMk id="27" creationId="{72035692-D5B4-A3C3-EC7F-AECED4508FE3}"/>
          </ac:graphicFrameMkLst>
        </pc:graphicFrameChg>
      </pc:sldChg>
      <pc:sldChg chg="modSp new mod">
        <pc:chgData name="Κατερίνα Μόσχου" userId="92f258a43be2e06d" providerId="LiveId" clId="{927460AA-325B-4786-BFA1-115829DC7510}" dt="2026-05-20T18:50:41.504" v="1220" actId="207"/>
        <pc:sldMkLst>
          <pc:docMk/>
          <pc:sldMk cId="159229005" sldId="269"/>
        </pc:sldMkLst>
        <pc:spChg chg="mod">
          <ac:chgData name="Κατερίνα Μόσχου" userId="92f258a43be2e06d" providerId="LiveId" clId="{927460AA-325B-4786-BFA1-115829DC7510}" dt="2026-05-20T18:50:30.374" v="1196" actId="207"/>
          <ac:spMkLst>
            <pc:docMk/>
            <pc:sldMk cId="159229005" sldId="269"/>
            <ac:spMk id="2" creationId="{BF8CB3F4-C3D8-4017-9F67-69B7409E775B}"/>
          </ac:spMkLst>
        </pc:spChg>
        <pc:spChg chg="mod">
          <ac:chgData name="Κατερίνα Μόσχου" userId="92f258a43be2e06d" providerId="LiveId" clId="{927460AA-325B-4786-BFA1-115829DC7510}" dt="2026-05-20T18:50:41.504" v="1220" actId="207"/>
          <ac:spMkLst>
            <pc:docMk/>
            <pc:sldMk cId="159229005" sldId="269"/>
            <ac:spMk id="3" creationId="{9041420B-5DAC-61E7-FDA1-043ED361E255}"/>
          </ac:spMkLst>
        </pc:spChg>
      </pc:sldChg>
      <pc:sldChg chg="addSp delSp modSp new mod setBg addAnim setClrOvrMap">
        <pc:chgData name="Κατερίνα Μόσχου" userId="92f258a43be2e06d" providerId="LiveId" clId="{927460AA-325B-4786-BFA1-115829DC7510}" dt="2026-05-20T19:04:12.722" v="1864"/>
        <pc:sldMkLst>
          <pc:docMk/>
          <pc:sldMk cId="3992785339" sldId="270"/>
        </pc:sldMkLst>
        <pc:spChg chg="mod">
          <ac:chgData name="Κατερίνα Μόσχου" userId="92f258a43be2e06d" providerId="LiveId" clId="{927460AA-325B-4786-BFA1-115829DC7510}" dt="2026-05-20T19:04:12.721" v="1863" actId="26606"/>
          <ac:spMkLst>
            <pc:docMk/>
            <pc:sldMk cId="3992785339" sldId="270"/>
            <ac:spMk id="2" creationId="{244AB38D-5E30-AAB9-EA46-9A6B9AB8B1B8}"/>
          </ac:spMkLst>
        </pc:spChg>
        <pc:spChg chg="add">
          <ac:chgData name="Κατερίνα Μόσχου" userId="92f258a43be2e06d" providerId="LiveId" clId="{927460AA-325B-4786-BFA1-115829DC7510}" dt="2026-05-20T19:04:12.721" v="1863" actId="26606"/>
          <ac:spMkLst>
            <pc:docMk/>
            <pc:sldMk cId="3992785339" sldId="270"/>
            <ac:spMk id="14" creationId="{BC3E1C3D-633C-4756-B09B-9AD080714C9F}"/>
          </ac:spMkLst>
        </pc:spChg>
        <pc:spChg chg="add">
          <ac:chgData name="Κατερίνα Μόσχου" userId="92f258a43be2e06d" providerId="LiveId" clId="{927460AA-325B-4786-BFA1-115829DC7510}" dt="2026-05-20T19:04:12.721" v="1863" actId="26606"/>
          <ac:spMkLst>
            <pc:docMk/>
            <pc:sldMk cId="3992785339" sldId="270"/>
            <ac:spMk id="16" creationId="{1295DAF8-54BC-4834-A4B1-7DD2F7AFE5A3}"/>
          </ac:spMkLst>
        </pc:spChg>
      </pc:sldChg>
      <pc:sldChg chg="addSp delSp modSp new mod setBg">
        <pc:chgData name="Κατερίνα Μόσχου" userId="92f258a43be2e06d" providerId="LiveId" clId="{927460AA-325B-4786-BFA1-115829DC7510}" dt="2026-05-20T19:01:18.086" v="1771" actId="26606"/>
        <pc:sldMkLst>
          <pc:docMk/>
          <pc:sldMk cId="3972236404" sldId="271"/>
        </pc:sldMkLst>
        <pc:spChg chg="mod">
          <ac:chgData name="Κατερίνα Μόσχου" userId="92f258a43be2e06d" providerId="LiveId" clId="{927460AA-325B-4786-BFA1-115829DC7510}" dt="2026-05-20T19:01:18.086" v="1771" actId="26606"/>
          <ac:spMkLst>
            <pc:docMk/>
            <pc:sldMk cId="3972236404" sldId="271"/>
            <ac:spMk id="2" creationId="{7E9AF706-342D-7575-60F8-DA48C418736E}"/>
          </ac:spMkLst>
        </pc:spChg>
        <pc:spChg chg="add">
          <ac:chgData name="Κατερίνα Μόσχου" userId="92f258a43be2e06d" providerId="LiveId" clId="{927460AA-325B-4786-BFA1-115829DC7510}" dt="2026-05-20T19:01:18.086" v="1771" actId="26606"/>
          <ac:spMkLst>
            <pc:docMk/>
            <pc:sldMk cId="3972236404" sldId="271"/>
            <ac:spMk id="9" creationId="{E896B1FD-E4C5-42A7-A539-60C3AF43E942}"/>
          </ac:spMkLst>
        </pc:spChg>
        <pc:spChg chg="add">
          <ac:chgData name="Κατερίνα Μόσχου" userId="92f258a43be2e06d" providerId="LiveId" clId="{927460AA-325B-4786-BFA1-115829DC7510}" dt="2026-05-20T19:01:18.086" v="1771" actId="26606"/>
          <ac:spMkLst>
            <pc:docMk/>
            <pc:sldMk cId="3972236404" sldId="271"/>
            <ac:spMk id="10" creationId="{904C6F20-8ED6-4F1A-8811-4062BFA83880}"/>
          </ac:spMkLst>
        </pc:spChg>
      </pc:sldChg>
      <pc:sldChg chg="addSp delSp modSp new mod setBg">
        <pc:chgData name="Κατερίνα Μόσχου" userId="92f258a43be2e06d" providerId="LiveId" clId="{927460AA-325B-4786-BFA1-115829DC7510}" dt="2026-05-20T19:16:36.440" v="2534" actId="26606"/>
        <pc:sldMkLst>
          <pc:docMk/>
          <pc:sldMk cId="422358004" sldId="272"/>
        </pc:sldMkLst>
        <pc:spChg chg="add">
          <ac:chgData name="Κατερίνα Μόσχου" userId="92f258a43be2e06d" providerId="LiveId" clId="{927460AA-325B-4786-BFA1-115829DC7510}" dt="2026-05-20T19:16:36.440" v="2534" actId="26606"/>
          <ac:spMkLst>
            <pc:docMk/>
            <pc:sldMk cId="422358004" sldId="272"/>
            <ac:spMk id="6" creationId="{65041AB2-A9B4-4D3F-B120-38E7860A8F1A}"/>
          </ac:spMkLst>
        </pc:spChg>
        <pc:picChg chg="add mod">
          <ac:chgData name="Κατερίνα Μόσχου" userId="92f258a43be2e06d" providerId="LiveId" clId="{927460AA-325B-4786-BFA1-115829DC7510}" dt="2026-05-20T19:16:36.440" v="2534" actId="26606"/>
          <ac:picMkLst>
            <pc:docMk/>
            <pc:sldMk cId="422358004" sldId="272"/>
            <ac:picMk id="4" creationId="{DFFF3FCE-31B2-B976-A753-DB4A076A17FA}"/>
          </ac:picMkLst>
        </pc:picChg>
      </pc:sldChg>
      <pc:sldChg chg="addSp modSp new mod setBg">
        <pc:chgData name="Κατερίνα Μόσχου" userId="92f258a43be2e06d" providerId="LiveId" clId="{927460AA-325B-4786-BFA1-115829DC7510}" dt="2026-05-20T19:02:14.038" v="1805" actId="26606"/>
        <pc:sldMkLst>
          <pc:docMk/>
          <pc:sldMk cId="38141687" sldId="274"/>
        </pc:sldMkLst>
        <pc:spChg chg="mod">
          <ac:chgData name="Κατερίνα Μόσχου" userId="92f258a43be2e06d" providerId="LiveId" clId="{927460AA-325B-4786-BFA1-115829DC7510}" dt="2026-05-20T19:02:14.038" v="1805" actId="26606"/>
          <ac:spMkLst>
            <pc:docMk/>
            <pc:sldMk cId="38141687" sldId="274"/>
            <ac:spMk id="2" creationId="{D9FC4BEE-F994-DC7C-F22B-0D0B1A491F98}"/>
          </ac:spMkLst>
        </pc:spChg>
        <pc:spChg chg="add">
          <ac:chgData name="Κατερίνα Μόσχου" userId="92f258a43be2e06d" providerId="LiveId" clId="{927460AA-325B-4786-BFA1-115829DC7510}" dt="2026-05-20T19:02:14.038" v="1805" actId="26606"/>
          <ac:spMkLst>
            <pc:docMk/>
            <pc:sldMk cId="38141687" sldId="274"/>
            <ac:spMk id="7" creationId="{904C6F20-8ED6-4F1A-8811-4062BFA83880}"/>
          </ac:spMkLst>
        </pc:spChg>
        <pc:spChg chg="add">
          <ac:chgData name="Κατερίνα Μόσχου" userId="92f258a43be2e06d" providerId="LiveId" clId="{927460AA-325B-4786-BFA1-115829DC7510}" dt="2026-05-20T19:02:14.038" v="1805" actId="26606"/>
          <ac:spMkLst>
            <pc:docMk/>
            <pc:sldMk cId="38141687" sldId="274"/>
            <ac:spMk id="9" creationId="{E896B1FD-E4C5-42A7-A539-60C3AF43E942}"/>
          </ac:spMkLst>
        </pc:spChg>
      </pc:sldChg>
      <pc:sldChg chg="addSp delSp modSp new mod ord setBg">
        <pc:chgData name="Κατερίνα Μόσχου" userId="92f258a43be2e06d" providerId="LiveId" clId="{927460AA-325B-4786-BFA1-115829DC7510}" dt="2026-05-20T19:16:39.526" v="2536"/>
        <pc:sldMkLst>
          <pc:docMk/>
          <pc:sldMk cId="2638627148" sldId="275"/>
        </pc:sldMkLst>
        <pc:picChg chg="add mod">
          <ac:chgData name="Κατερίνα Μόσχου" userId="92f258a43be2e06d" providerId="LiveId" clId="{927460AA-325B-4786-BFA1-115829DC7510}" dt="2026-05-20T19:02:52.139" v="1813" actId="26606"/>
          <ac:picMkLst>
            <pc:docMk/>
            <pc:sldMk cId="2638627148" sldId="275"/>
            <ac:picMk id="5" creationId="{1A719260-E838-E071-5E87-906DD4574B80}"/>
          </ac:picMkLst>
        </pc:picChg>
      </pc:sldChg>
      <pc:sldChg chg="addSp modSp new mod setBg">
        <pc:chgData name="Κατερίνα Μόσχου" userId="92f258a43be2e06d" providerId="LiveId" clId="{927460AA-325B-4786-BFA1-115829DC7510}" dt="2026-05-20T19:03:24.447" v="1839" actId="26606"/>
        <pc:sldMkLst>
          <pc:docMk/>
          <pc:sldMk cId="542220228" sldId="276"/>
        </pc:sldMkLst>
        <pc:spChg chg="mod">
          <ac:chgData name="Κατερίνα Μόσχου" userId="92f258a43be2e06d" providerId="LiveId" clId="{927460AA-325B-4786-BFA1-115829DC7510}" dt="2026-05-20T19:03:24.447" v="1839" actId="26606"/>
          <ac:spMkLst>
            <pc:docMk/>
            <pc:sldMk cId="542220228" sldId="276"/>
            <ac:spMk id="2" creationId="{6003B93B-04C2-08BB-3A2D-C3C12802A319}"/>
          </ac:spMkLst>
        </pc:spChg>
        <pc:spChg chg="add">
          <ac:chgData name="Κατερίνα Μόσχου" userId="92f258a43be2e06d" providerId="LiveId" clId="{927460AA-325B-4786-BFA1-115829DC7510}" dt="2026-05-20T19:03:24.447" v="1839" actId="26606"/>
          <ac:spMkLst>
            <pc:docMk/>
            <pc:sldMk cId="542220228" sldId="276"/>
            <ac:spMk id="7" creationId="{904C6F20-8ED6-4F1A-8811-4062BFA83880}"/>
          </ac:spMkLst>
        </pc:spChg>
        <pc:spChg chg="add">
          <ac:chgData name="Κατερίνα Μόσχου" userId="92f258a43be2e06d" providerId="LiveId" clId="{927460AA-325B-4786-BFA1-115829DC7510}" dt="2026-05-20T19:03:24.447" v="1839" actId="26606"/>
          <ac:spMkLst>
            <pc:docMk/>
            <pc:sldMk cId="542220228" sldId="276"/>
            <ac:spMk id="9" creationId="{E896B1FD-E4C5-42A7-A539-60C3AF43E942}"/>
          </ac:spMkLst>
        </pc:spChg>
      </pc:sldChg>
      <pc:sldChg chg="addSp delSp modSp new mod setBg">
        <pc:chgData name="Κατερίνα Μόσχου" userId="92f258a43be2e06d" providerId="LiveId" clId="{927460AA-325B-4786-BFA1-115829DC7510}" dt="2026-05-20T19:03:41.410" v="1843" actId="26606"/>
        <pc:sldMkLst>
          <pc:docMk/>
          <pc:sldMk cId="1538659755" sldId="277"/>
        </pc:sldMkLst>
        <pc:picChg chg="add mod">
          <ac:chgData name="Κατερίνα Μόσχου" userId="92f258a43be2e06d" providerId="LiveId" clId="{927460AA-325B-4786-BFA1-115829DC7510}" dt="2026-05-20T19:03:41.410" v="1843" actId="26606"/>
          <ac:picMkLst>
            <pc:docMk/>
            <pc:sldMk cId="1538659755" sldId="277"/>
            <ac:picMk id="3" creationId="{188B2E96-E8C3-7FB6-3159-1BFAA824AE15}"/>
          </ac:picMkLst>
        </pc:picChg>
      </pc:sldChg>
      <pc:sldChg chg="addSp delSp modSp new mod setBg addAnim delAnim setClrOvrMap">
        <pc:chgData name="Κατερίνα Μόσχου" userId="92f258a43be2e06d" providerId="LiveId" clId="{927460AA-325B-4786-BFA1-115829DC7510}" dt="2026-05-20T19:15:23.377" v="2524" actId="478"/>
        <pc:sldMkLst>
          <pc:docMk/>
          <pc:sldMk cId="3837420647" sldId="278"/>
        </pc:sldMkLst>
        <pc:spChg chg="mod ord">
          <ac:chgData name="Κατερίνα Μόσχου" userId="92f258a43be2e06d" providerId="LiveId" clId="{927460AA-325B-4786-BFA1-115829DC7510}" dt="2026-05-20T19:15:19.147" v="2523" actId="26606"/>
          <ac:spMkLst>
            <pc:docMk/>
            <pc:sldMk cId="3837420647" sldId="278"/>
            <ac:spMk id="2" creationId="{49652873-DCA7-0340-9E3E-A027B33E8D73}"/>
          </ac:spMkLst>
        </pc:spChg>
        <pc:spChg chg="add del">
          <ac:chgData name="Κατερίνα Μόσχου" userId="92f258a43be2e06d" providerId="LiveId" clId="{927460AA-325B-4786-BFA1-115829DC7510}" dt="2026-05-20T19:15:19.147" v="2523" actId="26606"/>
          <ac:spMkLst>
            <pc:docMk/>
            <pc:sldMk cId="3837420647" sldId="278"/>
            <ac:spMk id="7" creationId="{BC3E1C3D-633C-4756-B09B-9AD080714C9F}"/>
          </ac:spMkLst>
        </pc:spChg>
        <pc:spChg chg="add del">
          <ac:chgData name="Κατερίνα Μόσχου" userId="92f258a43be2e06d" providerId="LiveId" clId="{927460AA-325B-4786-BFA1-115829DC7510}" dt="2026-05-20T19:15:19.147" v="2523" actId="26606"/>
          <ac:spMkLst>
            <pc:docMk/>
            <pc:sldMk cId="3837420647" sldId="278"/>
            <ac:spMk id="9" creationId="{1295DAF8-54BC-4834-A4B1-7DD2F7AFE5A3}"/>
          </ac:spMkLst>
        </pc:spChg>
      </pc:sldChg>
      <pc:sldChg chg="addSp delSp modSp new mod setBg">
        <pc:chgData name="Κατερίνα Μόσχου" userId="92f258a43be2e06d" providerId="LiveId" clId="{927460AA-325B-4786-BFA1-115829DC7510}" dt="2026-06-08T19:50:54.656" v="4157" actId="26606"/>
        <pc:sldMkLst>
          <pc:docMk/>
          <pc:sldMk cId="2648054727" sldId="279"/>
        </pc:sldMkLst>
        <pc:spChg chg="add mod">
          <ac:chgData name="Κατερίνα Μόσχου" userId="92f258a43be2e06d" providerId="LiveId" clId="{927460AA-325B-4786-BFA1-115829DC7510}" dt="2026-06-08T19:50:54.656" v="4157" actId="26606"/>
          <ac:spMkLst>
            <pc:docMk/>
            <pc:sldMk cId="2648054727" sldId="279"/>
            <ac:spMk id="6" creationId="{A8DA0390-3B9A-F870-43CA-8DD5BCD8EBEE}"/>
          </ac:spMkLst>
        </pc:spChg>
        <pc:spChg chg="add del mod">
          <ac:chgData name="Κατερίνα Μόσχου" userId="92f258a43be2e06d" providerId="LiveId" clId="{927460AA-325B-4786-BFA1-115829DC7510}" dt="2026-06-08T19:50:54.656" v="4157" actId="26606"/>
          <ac:spMkLst>
            <pc:docMk/>
            <pc:sldMk cId="2648054727" sldId="279"/>
            <ac:spMk id="8" creationId="{E8225DCD-F9F7-209C-E59E-BE708BCB7ACB}"/>
          </ac:spMkLst>
        </pc:spChg>
        <pc:graphicFrameChg chg="add del">
          <ac:chgData name="Κατερίνα Μόσχου" userId="92f258a43be2e06d" providerId="LiveId" clId="{927460AA-325B-4786-BFA1-115829DC7510}" dt="2026-06-08T19:50:54.641" v="4156" actId="26606"/>
          <ac:graphicFrameMkLst>
            <pc:docMk/>
            <pc:sldMk cId="2648054727" sldId="279"/>
            <ac:graphicFrameMk id="10" creationId="{9CF8EEAF-1556-FB01-A58A-94B66FF3C779}"/>
          </ac:graphicFrameMkLst>
        </pc:graphicFrameChg>
        <pc:graphicFrameChg chg="add">
          <ac:chgData name="Κατερίνα Μόσχου" userId="92f258a43be2e06d" providerId="LiveId" clId="{927460AA-325B-4786-BFA1-115829DC7510}" dt="2026-06-08T19:50:54.656" v="4157" actId="26606"/>
          <ac:graphicFrameMkLst>
            <pc:docMk/>
            <pc:sldMk cId="2648054727" sldId="279"/>
            <ac:graphicFrameMk id="12" creationId="{A220FD73-F969-A882-A6E9-62450A0C81F0}"/>
          </ac:graphicFrameMkLst>
        </pc:graphicFrameChg>
      </pc:sldChg>
      <pc:sldChg chg="addSp delSp modSp new mod setBg">
        <pc:chgData name="Κατερίνα Μόσχου" userId="92f258a43be2e06d" providerId="LiveId" clId="{927460AA-325B-4786-BFA1-115829DC7510}" dt="2026-06-08T19:51:06.183" v="4158" actId="26606"/>
        <pc:sldMkLst>
          <pc:docMk/>
          <pc:sldMk cId="1475684209" sldId="280"/>
        </pc:sldMkLst>
        <pc:spChg chg="del">
          <ac:chgData name="Κατερίνα Μόσχου" userId="92f258a43be2e06d" providerId="LiveId" clId="{927460AA-325B-4786-BFA1-115829DC7510}" dt="2026-06-08T19:34:35.871" v="2886" actId="478"/>
          <ac:spMkLst>
            <pc:docMk/>
            <pc:sldMk cId="1475684209" sldId="280"/>
            <ac:spMk id="2" creationId="{F23A457E-1DDB-676C-EBA3-95819DE6C861}"/>
          </ac:spMkLst>
        </pc:spChg>
        <pc:spChg chg="mod">
          <ac:chgData name="Κατερίνα Μόσχου" userId="92f258a43be2e06d" providerId="LiveId" clId="{927460AA-325B-4786-BFA1-115829DC7510}" dt="2026-06-08T19:51:06.183" v="4158" actId="26606"/>
          <ac:spMkLst>
            <pc:docMk/>
            <pc:sldMk cId="1475684209" sldId="280"/>
            <ac:spMk id="3" creationId="{07926569-23CA-A921-1B56-3D4F20442D67}"/>
          </ac:spMkLst>
        </pc:spChg>
        <pc:spChg chg="del">
          <ac:chgData name="Κατερίνα Μόσχου" userId="92f258a43be2e06d" providerId="LiveId" clId="{927460AA-325B-4786-BFA1-115829DC7510}" dt="2026-06-08T19:34:26.688" v="2882" actId="22"/>
          <ac:spMkLst>
            <pc:docMk/>
            <pc:sldMk cId="1475684209" sldId="280"/>
            <ac:spMk id="4" creationId="{03ADC659-AA34-BC76-5A35-C7FD3CD2AA50}"/>
          </ac:spMkLst>
        </pc:spChg>
        <pc:spChg chg="del">
          <ac:chgData name="Κατερίνα Μόσχου" userId="92f258a43be2e06d" providerId="LiveId" clId="{927460AA-325B-4786-BFA1-115829DC7510}" dt="2026-06-08T19:34:28.401" v="2883" actId="478"/>
          <ac:spMkLst>
            <pc:docMk/>
            <pc:sldMk cId="1475684209" sldId="280"/>
            <ac:spMk id="5" creationId="{4090F279-76D0-6913-9A8B-EB8F5F1E9438}"/>
          </ac:spMkLst>
        </pc:spChg>
        <pc:spChg chg="mod ord">
          <ac:chgData name="Κατερίνα Μόσχου" userId="92f258a43be2e06d" providerId="LiveId" clId="{927460AA-325B-4786-BFA1-115829DC7510}" dt="2026-06-08T19:51:06.183" v="4158" actId="26606"/>
          <ac:spMkLst>
            <pc:docMk/>
            <pc:sldMk cId="1475684209" sldId="280"/>
            <ac:spMk id="6" creationId="{19D004F0-8B46-76B3-ECAE-ED041569660B}"/>
          </ac:spMkLst>
        </pc:spChg>
        <pc:spChg chg="add">
          <ac:chgData name="Κατερίνα Μόσχου" userId="92f258a43be2e06d" providerId="LiveId" clId="{927460AA-325B-4786-BFA1-115829DC7510}" dt="2026-06-08T19:51:06.183" v="4158" actId="26606"/>
          <ac:spMkLst>
            <pc:docMk/>
            <pc:sldMk cId="1475684209" sldId="280"/>
            <ac:spMk id="13" creationId="{1660E788-AFA9-4A1B-9991-6AA74632A15B}"/>
          </ac:spMkLst>
        </pc:spChg>
        <pc:spChg chg="add">
          <ac:chgData name="Κατερίνα Μόσχου" userId="92f258a43be2e06d" providerId="LiveId" clId="{927460AA-325B-4786-BFA1-115829DC7510}" dt="2026-06-08T19:51:06.183" v="4158" actId="26606"/>
          <ac:spMkLst>
            <pc:docMk/>
            <pc:sldMk cId="1475684209" sldId="280"/>
            <ac:spMk id="15" creationId="{867D4867-5BA7-4462-B2F6-A23F4A622AA7}"/>
          </ac:spMkLst>
        </pc:spChg>
        <pc:picChg chg="add mod ord">
          <ac:chgData name="Κατερίνα Μόσχου" userId="92f258a43be2e06d" providerId="LiveId" clId="{927460AA-325B-4786-BFA1-115829DC7510}" dt="2026-06-08T19:51:06.183" v="4158" actId="26606"/>
          <ac:picMkLst>
            <pc:docMk/>
            <pc:sldMk cId="1475684209" sldId="280"/>
            <ac:picMk id="8" creationId="{D7A68736-AA4E-1619-3A04-525679871AC6}"/>
          </ac:picMkLst>
        </pc:picChg>
      </pc:sldChg>
      <pc:sldChg chg="addSp delSp modSp new mod ord setBg">
        <pc:chgData name="Κατερίνα Μόσχου" userId="92f258a43be2e06d" providerId="LiveId" clId="{927460AA-325B-4786-BFA1-115829DC7510}" dt="2026-06-08T19:51:35.623" v="4168" actId="26606"/>
        <pc:sldMkLst>
          <pc:docMk/>
          <pc:sldMk cId="3304806564" sldId="281"/>
        </pc:sldMkLst>
        <pc:spChg chg="del">
          <ac:chgData name="Κατερίνα Μόσχου" userId="92f258a43be2e06d" providerId="LiveId" clId="{927460AA-325B-4786-BFA1-115829DC7510}" dt="2026-06-08T19:37:59.533" v="3138" actId="478"/>
          <ac:spMkLst>
            <pc:docMk/>
            <pc:sldMk cId="3304806564" sldId="281"/>
            <ac:spMk id="2" creationId="{6D6FA052-0E24-6299-F5AB-377815AFA06F}"/>
          </ac:spMkLst>
        </pc:spChg>
        <pc:spChg chg="del">
          <ac:chgData name="Κατερίνα Μόσχου" userId="92f258a43be2e06d" providerId="LiveId" clId="{927460AA-325B-4786-BFA1-115829DC7510}" dt="2026-06-08T19:37:57.027" v="3137" actId="22"/>
          <ac:spMkLst>
            <pc:docMk/>
            <pc:sldMk cId="3304806564" sldId="281"/>
            <ac:spMk id="3" creationId="{C652E779-41BE-8887-F221-749C52FDC004}"/>
          </ac:spMkLst>
        </pc:spChg>
        <pc:spChg chg="mod ord">
          <ac:chgData name="Κατερίνα Μόσχου" userId="92f258a43be2e06d" providerId="LiveId" clId="{927460AA-325B-4786-BFA1-115829DC7510}" dt="2026-06-08T19:51:35.623" v="4168" actId="26606"/>
          <ac:spMkLst>
            <pc:docMk/>
            <pc:sldMk cId="3304806564" sldId="281"/>
            <ac:spMk id="4" creationId="{19744F23-43F5-0B21-A152-E9BD127B87CE}"/>
          </ac:spMkLst>
        </pc:spChg>
        <pc:spChg chg="del">
          <ac:chgData name="Κατερίνα Μόσχου" userId="92f258a43be2e06d" providerId="LiveId" clId="{927460AA-325B-4786-BFA1-115829DC7510}" dt="2026-06-08T19:38:05.628" v="3139" actId="478"/>
          <ac:spMkLst>
            <pc:docMk/>
            <pc:sldMk cId="3304806564" sldId="281"/>
            <ac:spMk id="5" creationId="{09C6554B-4314-1F3A-3F2D-F21E8DC8AAD2}"/>
          </ac:spMkLst>
        </pc:spChg>
        <pc:spChg chg="mod">
          <ac:chgData name="Κατερίνα Μόσχου" userId="92f258a43be2e06d" providerId="LiveId" clId="{927460AA-325B-4786-BFA1-115829DC7510}" dt="2026-06-08T19:51:35.623" v="4168" actId="26606"/>
          <ac:spMkLst>
            <pc:docMk/>
            <pc:sldMk cId="3304806564" sldId="281"/>
            <ac:spMk id="6" creationId="{AE61DC72-3482-B13F-E466-D37DB697B5FB}"/>
          </ac:spMkLst>
        </pc:spChg>
        <pc:spChg chg="add">
          <ac:chgData name="Κατερίνα Μόσχου" userId="92f258a43be2e06d" providerId="LiveId" clId="{927460AA-325B-4786-BFA1-115829DC7510}" dt="2026-06-08T19:51:35.623" v="4168" actId="26606"/>
          <ac:spMkLst>
            <pc:docMk/>
            <pc:sldMk cId="3304806564" sldId="281"/>
            <ac:spMk id="13" creationId="{1660E788-AFA9-4A1B-9991-6AA74632A15B}"/>
          </ac:spMkLst>
        </pc:spChg>
        <pc:spChg chg="add">
          <ac:chgData name="Κατερίνα Μόσχου" userId="92f258a43be2e06d" providerId="LiveId" clId="{927460AA-325B-4786-BFA1-115829DC7510}" dt="2026-06-08T19:51:35.623" v="4168" actId="26606"/>
          <ac:spMkLst>
            <pc:docMk/>
            <pc:sldMk cId="3304806564" sldId="281"/>
            <ac:spMk id="15" creationId="{867D4867-5BA7-4462-B2F6-A23F4A622AA7}"/>
          </ac:spMkLst>
        </pc:spChg>
        <pc:picChg chg="add mod ord">
          <ac:chgData name="Κατερίνα Μόσχου" userId="92f258a43be2e06d" providerId="LiveId" clId="{927460AA-325B-4786-BFA1-115829DC7510}" dt="2026-06-08T19:51:35.623" v="4168" actId="26606"/>
          <ac:picMkLst>
            <pc:docMk/>
            <pc:sldMk cId="3304806564" sldId="281"/>
            <ac:picMk id="8" creationId="{F9127F32-531B-A21C-2DDC-504743F7E0CD}"/>
          </ac:picMkLst>
        </pc:picChg>
      </pc:sldChg>
      <pc:sldChg chg="addSp delSp modSp new mod setBg">
        <pc:chgData name="Κατερίνα Μόσχου" userId="92f258a43be2e06d" providerId="LiveId" clId="{927460AA-325B-4786-BFA1-115829DC7510}" dt="2026-06-08T19:51:32.194" v="4167" actId="1076"/>
        <pc:sldMkLst>
          <pc:docMk/>
          <pc:sldMk cId="2798207088" sldId="282"/>
        </pc:sldMkLst>
        <pc:spChg chg="del">
          <ac:chgData name="Κατερίνα Μόσχου" userId="92f258a43be2e06d" providerId="LiveId" clId="{927460AA-325B-4786-BFA1-115829DC7510}" dt="2026-06-08T19:37:01.142" v="3104" actId="478"/>
          <ac:spMkLst>
            <pc:docMk/>
            <pc:sldMk cId="2798207088" sldId="282"/>
            <ac:spMk id="2" creationId="{085FEB76-404E-8CA7-40B8-DD35323C6D22}"/>
          </ac:spMkLst>
        </pc:spChg>
        <pc:spChg chg="del">
          <ac:chgData name="Κατερίνα Μόσχου" userId="92f258a43be2e06d" providerId="LiveId" clId="{927460AA-325B-4786-BFA1-115829DC7510}" dt="2026-06-08T19:36:58.502" v="3103" actId="478"/>
          <ac:spMkLst>
            <pc:docMk/>
            <pc:sldMk cId="2798207088" sldId="282"/>
            <ac:spMk id="3" creationId="{A2905FDF-A008-92C2-8559-586E3BAB0D79}"/>
          </ac:spMkLst>
        </pc:spChg>
        <pc:spChg chg="del">
          <ac:chgData name="Κατερίνα Μόσχου" userId="92f258a43be2e06d" providerId="LiveId" clId="{927460AA-325B-4786-BFA1-115829DC7510}" dt="2026-06-08T19:37:06.453" v="3106" actId="478"/>
          <ac:spMkLst>
            <pc:docMk/>
            <pc:sldMk cId="2798207088" sldId="282"/>
            <ac:spMk id="4" creationId="{8D9EFCAC-030E-A97C-3BF7-8ADC51ACCB41}"/>
          </ac:spMkLst>
        </pc:spChg>
        <pc:spChg chg="del">
          <ac:chgData name="Κατερίνα Μόσχου" userId="92f258a43be2e06d" providerId="LiveId" clId="{927460AA-325B-4786-BFA1-115829DC7510}" dt="2026-06-08T19:37:09.943" v="3107" actId="478"/>
          <ac:spMkLst>
            <pc:docMk/>
            <pc:sldMk cId="2798207088" sldId="282"/>
            <ac:spMk id="5" creationId="{064FBF53-232D-23EC-6A0A-3E15F3684703}"/>
          </ac:spMkLst>
        </pc:spChg>
        <pc:spChg chg="del">
          <ac:chgData name="Κατερίνα Μόσχου" userId="92f258a43be2e06d" providerId="LiveId" clId="{927460AA-325B-4786-BFA1-115829DC7510}" dt="2026-06-08T19:37:03.487" v="3105" actId="478"/>
          <ac:spMkLst>
            <pc:docMk/>
            <pc:sldMk cId="2798207088" sldId="282"/>
            <ac:spMk id="6" creationId="{17ADE7F0-C011-BBDF-7CA2-BF6FC3DEAC59}"/>
          </ac:spMkLst>
        </pc:spChg>
        <pc:spChg chg="add del">
          <ac:chgData name="Κατερίνα Μόσχου" userId="92f258a43be2e06d" providerId="LiveId" clId="{927460AA-325B-4786-BFA1-115829DC7510}" dt="2026-06-08T19:51:24.534" v="4165" actId="26606"/>
          <ac:spMkLst>
            <pc:docMk/>
            <pc:sldMk cId="2798207088" sldId="282"/>
            <ac:spMk id="13" creationId="{65041AB2-A9B4-4D3F-B120-38E7860A8F1A}"/>
          </ac:spMkLst>
        </pc:spChg>
        <pc:spChg chg="add del">
          <ac:chgData name="Κατερίνα Μόσχου" userId="92f258a43be2e06d" providerId="LiveId" clId="{927460AA-325B-4786-BFA1-115829DC7510}" dt="2026-06-08T19:51:24.531" v="4164" actId="26606"/>
          <ac:spMkLst>
            <pc:docMk/>
            <pc:sldMk cId="2798207088" sldId="282"/>
            <ac:spMk id="15" creationId="{466A9AE5-69DF-4153-B35A-94BDEF32EB06}"/>
          </ac:spMkLst>
        </pc:spChg>
        <pc:spChg chg="add del">
          <ac:chgData name="Κατερίνα Μόσχου" userId="92f258a43be2e06d" providerId="LiveId" clId="{927460AA-325B-4786-BFA1-115829DC7510}" dt="2026-06-08T19:51:21.112" v="4160" actId="26606"/>
          <ac:spMkLst>
            <pc:docMk/>
            <pc:sldMk cId="2798207088" sldId="282"/>
            <ac:spMk id="18" creationId="{65041AB2-A9B4-4D3F-B120-38E7860A8F1A}"/>
          </ac:spMkLst>
        </pc:spChg>
        <pc:spChg chg="add del">
          <ac:chgData name="Κατερίνα Μόσχου" userId="92f258a43be2e06d" providerId="LiveId" clId="{927460AA-325B-4786-BFA1-115829DC7510}" dt="2026-06-08T19:51:24.531" v="4164" actId="26606"/>
          <ac:spMkLst>
            <pc:docMk/>
            <pc:sldMk cId="2798207088" sldId="282"/>
            <ac:spMk id="20" creationId="{159B5318-27A8-4E50-80D9-B92D4F28EA61}"/>
          </ac:spMkLst>
        </pc:spChg>
        <pc:spChg chg="add">
          <ac:chgData name="Κατερίνα Μόσχου" userId="92f258a43be2e06d" providerId="LiveId" clId="{927460AA-325B-4786-BFA1-115829DC7510}" dt="2026-06-08T19:51:24.534" v="4165" actId="26606"/>
          <ac:spMkLst>
            <pc:docMk/>
            <pc:sldMk cId="2798207088" sldId="282"/>
            <ac:spMk id="22" creationId="{65041AB2-A9B4-4D3F-B120-38E7860A8F1A}"/>
          </ac:spMkLst>
        </pc:spChg>
        <pc:picChg chg="add mod">
          <ac:chgData name="Κατερίνα Μόσχου" userId="92f258a43be2e06d" providerId="LiveId" clId="{927460AA-325B-4786-BFA1-115829DC7510}" dt="2026-06-08T19:51:32.194" v="4167" actId="1076"/>
          <ac:picMkLst>
            <pc:docMk/>
            <pc:sldMk cId="2798207088" sldId="282"/>
            <ac:picMk id="8" creationId="{6BB109EF-D73D-B5A6-27CA-A9A1B90D0FC3}"/>
          </ac:picMkLst>
        </pc:picChg>
      </pc:sldChg>
      <pc:sldChg chg="addSp delSp modSp new mod setBg">
        <pc:chgData name="Κατερίνα Μόσχου" userId="92f258a43be2e06d" providerId="LiveId" clId="{927460AA-325B-4786-BFA1-115829DC7510}" dt="2026-06-08T19:39:43.815" v="3311" actId="26606"/>
        <pc:sldMkLst>
          <pc:docMk/>
          <pc:sldMk cId="4183879574" sldId="283"/>
        </pc:sldMkLst>
        <pc:spChg chg="del">
          <ac:chgData name="Κατερίνα Μόσχου" userId="92f258a43be2e06d" providerId="LiveId" clId="{927460AA-325B-4786-BFA1-115829DC7510}" dt="2026-06-08T19:39:32.993" v="3309" actId="478"/>
          <ac:spMkLst>
            <pc:docMk/>
            <pc:sldMk cId="4183879574" sldId="283"/>
            <ac:spMk id="2" creationId="{CAA475E3-D7B9-992C-0A61-22353535C06D}"/>
          </ac:spMkLst>
        </pc:spChg>
        <pc:spChg chg="del">
          <ac:chgData name="Κατερίνα Μόσχου" userId="92f258a43be2e06d" providerId="LiveId" clId="{927460AA-325B-4786-BFA1-115829DC7510}" dt="2026-06-08T19:39:32.993" v="3309" actId="478"/>
          <ac:spMkLst>
            <pc:docMk/>
            <pc:sldMk cId="4183879574" sldId="283"/>
            <ac:spMk id="3" creationId="{74E79B1E-2586-5D6F-E31F-684BABCB1737}"/>
          </ac:spMkLst>
        </pc:spChg>
        <pc:spChg chg="del">
          <ac:chgData name="Κατερίνα Μόσχου" userId="92f258a43be2e06d" providerId="LiveId" clId="{927460AA-325B-4786-BFA1-115829DC7510}" dt="2026-06-08T19:39:32.993" v="3309" actId="478"/>
          <ac:spMkLst>
            <pc:docMk/>
            <pc:sldMk cId="4183879574" sldId="283"/>
            <ac:spMk id="4" creationId="{DD4592A1-CF7B-5F91-1066-0C7271F97E16}"/>
          </ac:spMkLst>
        </pc:spChg>
        <pc:spChg chg="del">
          <ac:chgData name="Κατερίνα Μόσχου" userId="92f258a43be2e06d" providerId="LiveId" clId="{927460AA-325B-4786-BFA1-115829DC7510}" dt="2026-06-08T19:39:32.993" v="3309" actId="478"/>
          <ac:spMkLst>
            <pc:docMk/>
            <pc:sldMk cId="4183879574" sldId="283"/>
            <ac:spMk id="5" creationId="{41C848B1-CE16-E45C-58FD-0ABB3B1D3EEF}"/>
          </ac:spMkLst>
        </pc:spChg>
        <pc:spChg chg="del">
          <ac:chgData name="Κατερίνα Μόσχου" userId="92f258a43be2e06d" providerId="LiveId" clId="{927460AA-325B-4786-BFA1-115829DC7510}" dt="2026-06-08T19:39:32.993" v="3309" actId="478"/>
          <ac:spMkLst>
            <pc:docMk/>
            <pc:sldMk cId="4183879574" sldId="283"/>
            <ac:spMk id="6" creationId="{69ACE20E-AC71-59FB-EB29-472A3BB26AF4}"/>
          </ac:spMkLst>
        </pc:spChg>
        <pc:spChg chg="add">
          <ac:chgData name="Κατερίνα Μόσχου" userId="92f258a43be2e06d" providerId="LiveId" clId="{927460AA-325B-4786-BFA1-115829DC7510}" dt="2026-06-08T19:39:43.815" v="3311" actId="26606"/>
          <ac:spMkLst>
            <pc:docMk/>
            <pc:sldMk cId="4183879574" sldId="283"/>
            <ac:spMk id="13" creationId="{65041AB2-A9B4-4D3F-B120-38E7860A8F1A}"/>
          </ac:spMkLst>
        </pc:spChg>
        <pc:picChg chg="add mod">
          <ac:chgData name="Κατερίνα Μόσχου" userId="92f258a43be2e06d" providerId="LiveId" clId="{927460AA-325B-4786-BFA1-115829DC7510}" dt="2026-06-08T19:39:43.815" v="3311" actId="26606"/>
          <ac:picMkLst>
            <pc:docMk/>
            <pc:sldMk cId="4183879574" sldId="283"/>
            <ac:picMk id="8" creationId="{32469233-780A-0AB2-6C15-EB3FC04FC633}"/>
          </ac:picMkLst>
        </pc:picChg>
      </pc:sldChg>
      <pc:sldChg chg="addSp delSp modSp new mod setBg">
        <pc:chgData name="Κατερίνα Μόσχου" userId="92f258a43be2e06d" providerId="LiveId" clId="{927460AA-325B-4786-BFA1-115829DC7510}" dt="2026-06-08T19:40:09.367" v="3315" actId="26606"/>
        <pc:sldMkLst>
          <pc:docMk/>
          <pc:sldMk cId="1222678850" sldId="284"/>
        </pc:sldMkLst>
        <pc:spChg chg="del">
          <ac:chgData name="Κατερίνα Μόσχου" userId="92f258a43be2e06d" providerId="LiveId" clId="{927460AA-325B-4786-BFA1-115829DC7510}" dt="2026-06-08T19:40:06.810" v="3313" actId="478"/>
          <ac:spMkLst>
            <pc:docMk/>
            <pc:sldMk cId="1222678850" sldId="284"/>
            <ac:spMk id="2" creationId="{CACAF165-A541-3E90-2BA5-8B3747472067}"/>
          </ac:spMkLst>
        </pc:spChg>
        <pc:spChg chg="del">
          <ac:chgData name="Κατερίνα Μόσχου" userId="92f258a43be2e06d" providerId="LiveId" clId="{927460AA-325B-4786-BFA1-115829DC7510}" dt="2026-06-08T19:40:06.810" v="3313" actId="478"/>
          <ac:spMkLst>
            <pc:docMk/>
            <pc:sldMk cId="1222678850" sldId="284"/>
            <ac:spMk id="3" creationId="{557237DB-73FE-BDC7-F9E2-D94A4800F4D3}"/>
          </ac:spMkLst>
        </pc:spChg>
        <pc:spChg chg="del">
          <ac:chgData name="Κατερίνα Μόσχου" userId="92f258a43be2e06d" providerId="LiveId" clId="{927460AA-325B-4786-BFA1-115829DC7510}" dt="2026-06-08T19:40:06.810" v="3313" actId="478"/>
          <ac:spMkLst>
            <pc:docMk/>
            <pc:sldMk cId="1222678850" sldId="284"/>
            <ac:spMk id="4" creationId="{E1860D19-0936-EAFA-EEDB-25DE29C658C5}"/>
          </ac:spMkLst>
        </pc:spChg>
        <pc:spChg chg="del">
          <ac:chgData name="Κατερίνα Μόσχου" userId="92f258a43be2e06d" providerId="LiveId" clId="{927460AA-325B-4786-BFA1-115829DC7510}" dt="2026-06-08T19:40:06.810" v="3313" actId="478"/>
          <ac:spMkLst>
            <pc:docMk/>
            <pc:sldMk cId="1222678850" sldId="284"/>
            <ac:spMk id="5" creationId="{4B0CBF69-F3CA-F603-20F1-5371804C85D6}"/>
          </ac:spMkLst>
        </pc:spChg>
        <pc:spChg chg="del">
          <ac:chgData name="Κατερίνα Μόσχου" userId="92f258a43be2e06d" providerId="LiveId" clId="{927460AA-325B-4786-BFA1-115829DC7510}" dt="2026-06-08T19:40:06.810" v="3313" actId="478"/>
          <ac:spMkLst>
            <pc:docMk/>
            <pc:sldMk cId="1222678850" sldId="284"/>
            <ac:spMk id="6" creationId="{9A7BE1A3-A284-E431-842D-C0B442C66E2D}"/>
          </ac:spMkLst>
        </pc:spChg>
        <pc:spChg chg="add">
          <ac:chgData name="Κατερίνα Μόσχου" userId="92f258a43be2e06d" providerId="LiveId" clId="{927460AA-325B-4786-BFA1-115829DC7510}" dt="2026-06-08T19:40:09.367" v="3315" actId="26606"/>
          <ac:spMkLst>
            <pc:docMk/>
            <pc:sldMk cId="1222678850" sldId="284"/>
            <ac:spMk id="13" creationId="{65041AB2-A9B4-4D3F-B120-38E7860A8F1A}"/>
          </ac:spMkLst>
        </pc:spChg>
        <pc:picChg chg="add mod">
          <ac:chgData name="Κατερίνα Μόσχου" userId="92f258a43be2e06d" providerId="LiveId" clId="{927460AA-325B-4786-BFA1-115829DC7510}" dt="2026-06-08T19:40:09.367" v="3315" actId="26606"/>
          <ac:picMkLst>
            <pc:docMk/>
            <pc:sldMk cId="1222678850" sldId="284"/>
            <ac:picMk id="8" creationId="{3F52284B-A800-D6A6-B2C6-71A76846B55B}"/>
          </ac:picMkLst>
        </pc:picChg>
      </pc:sldChg>
      <pc:sldChg chg="addSp delSp modSp new mod ord setBg addAnim">
        <pc:chgData name="Κατερίνα Μόσχου" userId="92f258a43be2e06d" providerId="LiveId" clId="{927460AA-325B-4786-BFA1-115829DC7510}" dt="2026-06-08T19:51:41.189" v="4170"/>
        <pc:sldMkLst>
          <pc:docMk/>
          <pc:sldMk cId="3149110098" sldId="285"/>
        </pc:sldMkLst>
        <pc:spChg chg="del">
          <ac:chgData name="Κατερίνα Μόσχου" userId="92f258a43be2e06d" providerId="LiveId" clId="{927460AA-325B-4786-BFA1-115829DC7510}" dt="2026-06-08T19:40:18.304" v="3317" actId="478"/>
          <ac:spMkLst>
            <pc:docMk/>
            <pc:sldMk cId="3149110098" sldId="285"/>
            <ac:spMk id="2" creationId="{641D9A1F-181A-1867-CF30-34BA844D184B}"/>
          </ac:spMkLst>
        </pc:spChg>
        <pc:spChg chg="del">
          <ac:chgData name="Κατερίνα Μόσχου" userId="92f258a43be2e06d" providerId="LiveId" clId="{927460AA-325B-4786-BFA1-115829DC7510}" dt="2026-06-08T19:40:18.304" v="3317" actId="478"/>
          <ac:spMkLst>
            <pc:docMk/>
            <pc:sldMk cId="3149110098" sldId="285"/>
            <ac:spMk id="3" creationId="{F29EDD8C-7930-1C1E-CC7D-70C144E7488C}"/>
          </ac:spMkLst>
        </pc:spChg>
        <pc:spChg chg="del">
          <ac:chgData name="Κατερίνα Μόσχου" userId="92f258a43be2e06d" providerId="LiveId" clId="{927460AA-325B-4786-BFA1-115829DC7510}" dt="2026-06-08T19:40:18.304" v="3317" actId="478"/>
          <ac:spMkLst>
            <pc:docMk/>
            <pc:sldMk cId="3149110098" sldId="285"/>
            <ac:spMk id="4" creationId="{E3B40CAC-D95F-9447-F2CC-B6C1AC93D434}"/>
          </ac:spMkLst>
        </pc:spChg>
        <pc:spChg chg="del">
          <ac:chgData name="Κατερίνα Μόσχου" userId="92f258a43be2e06d" providerId="LiveId" clId="{927460AA-325B-4786-BFA1-115829DC7510}" dt="2026-06-08T19:40:18.304" v="3317" actId="478"/>
          <ac:spMkLst>
            <pc:docMk/>
            <pc:sldMk cId="3149110098" sldId="285"/>
            <ac:spMk id="5" creationId="{F3CAC275-F4A3-3E2A-BEDC-DD4CB7A43233}"/>
          </ac:spMkLst>
        </pc:spChg>
        <pc:spChg chg="mod">
          <ac:chgData name="Κατερίνα Μόσχου" userId="92f258a43be2e06d" providerId="LiveId" clId="{927460AA-325B-4786-BFA1-115829DC7510}" dt="2026-06-08T19:51:41.168" v="4169" actId="26606"/>
          <ac:spMkLst>
            <pc:docMk/>
            <pc:sldMk cId="3149110098" sldId="285"/>
            <ac:spMk id="6" creationId="{8FAC19B9-36A1-DD79-93B8-B8857FDD9484}"/>
          </ac:spMkLst>
        </pc:spChg>
        <pc:spChg chg="add">
          <ac:chgData name="Κατερίνα Μόσχου" userId="92f258a43be2e06d" providerId="LiveId" clId="{927460AA-325B-4786-BFA1-115829DC7510}" dt="2026-06-08T19:51:41.168" v="4169" actId="26606"/>
          <ac:spMkLst>
            <pc:docMk/>
            <pc:sldMk cId="3149110098" sldId="285"/>
            <ac:spMk id="11" creationId="{BC3E1C3D-633C-4756-B09B-9AD080714C9F}"/>
          </ac:spMkLst>
        </pc:spChg>
        <pc:spChg chg="add">
          <ac:chgData name="Κατερίνα Μόσχου" userId="92f258a43be2e06d" providerId="LiveId" clId="{927460AA-325B-4786-BFA1-115829DC7510}" dt="2026-06-08T19:51:41.168" v="4169" actId="26606"/>
          <ac:spMkLst>
            <pc:docMk/>
            <pc:sldMk cId="3149110098" sldId="285"/>
            <ac:spMk id="13" creationId="{1295DAF8-54BC-4834-A4B1-7DD2F7AFE5A3}"/>
          </ac:spMkLst>
        </pc:spChg>
      </pc:sldChg>
      <pc:sldChg chg="addSp delSp modSp new mod">
        <pc:chgData name="Κατερίνα Μόσχου" userId="92f258a43be2e06d" providerId="LiveId" clId="{927460AA-325B-4786-BFA1-115829DC7510}" dt="2026-06-08T19:52:23.060" v="4176" actId="1076"/>
        <pc:sldMkLst>
          <pc:docMk/>
          <pc:sldMk cId="1648980472" sldId="286"/>
        </pc:sldMkLst>
        <pc:spChg chg="mod">
          <ac:chgData name="Κατερίνα Μόσχου" userId="92f258a43be2e06d" providerId="LiveId" clId="{927460AA-325B-4786-BFA1-115829DC7510}" dt="2026-06-08T19:52:23.060" v="4176" actId="1076"/>
          <ac:spMkLst>
            <pc:docMk/>
            <pc:sldMk cId="1648980472" sldId="286"/>
            <ac:spMk id="2" creationId="{A2121AAB-E498-1446-B297-61D4198271F6}"/>
          </ac:spMkLst>
        </pc:spChg>
        <pc:spChg chg="del">
          <ac:chgData name="Κατερίνα Μόσχου" userId="92f258a43be2e06d" providerId="LiveId" clId="{927460AA-325B-4786-BFA1-115829DC7510}" dt="2026-06-08T19:45:24.330" v="3663" actId="22"/>
          <ac:spMkLst>
            <pc:docMk/>
            <pc:sldMk cId="1648980472" sldId="286"/>
            <ac:spMk id="3" creationId="{55978C56-644D-A9EF-5C72-9A18448975DD}"/>
          </ac:spMkLst>
        </pc:spChg>
        <pc:spChg chg="mod">
          <ac:chgData name="Κατερίνα Μόσχου" userId="92f258a43be2e06d" providerId="LiveId" clId="{927460AA-325B-4786-BFA1-115829DC7510}" dt="2026-06-08T19:52:18.918" v="4175" actId="1076"/>
          <ac:spMkLst>
            <pc:docMk/>
            <pc:sldMk cId="1648980472" sldId="286"/>
            <ac:spMk id="4" creationId="{4D898CAF-4357-F883-D501-3DB14EF782A4}"/>
          </ac:spMkLst>
        </pc:spChg>
        <pc:spChg chg="mod">
          <ac:chgData name="Κατερίνα Μόσχου" userId="92f258a43be2e06d" providerId="LiveId" clId="{927460AA-325B-4786-BFA1-115829DC7510}" dt="2026-06-08T19:52:14.073" v="4174" actId="1076"/>
          <ac:spMkLst>
            <pc:docMk/>
            <pc:sldMk cId="1648980472" sldId="286"/>
            <ac:spMk id="5" creationId="{9FFD709B-C422-D7BD-5F84-BAB0BBA60427}"/>
          </ac:spMkLst>
        </pc:spChg>
        <pc:spChg chg="mod">
          <ac:chgData name="Κατερίνα Μόσχου" userId="92f258a43be2e06d" providerId="LiveId" clId="{927460AA-325B-4786-BFA1-115829DC7510}" dt="2026-06-08T19:40:42.630" v="3371" actId="20577"/>
          <ac:spMkLst>
            <pc:docMk/>
            <pc:sldMk cId="1648980472" sldId="286"/>
            <ac:spMk id="6" creationId="{A090CA20-3985-295D-2979-F892781D28F2}"/>
          </ac:spMkLst>
        </pc:spChg>
        <pc:picChg chg="add mod ord">
          <ac:chgData name="Κατερίνα Μόσχου" userId="92f258a43be2e06d" providerId="LiveId" clId="{927460AA-325B-4786-BFA1-115829DC7510}" dt="2026-06-08T19:52:03.133" v="4172" actId="1076"/>
          <ac:picMkLst>
            <pc:docMk/>
            <pc:sldMk cId="1648980472" sldId="286"/>
            <ac:picMk id="8" creationId="{48DED42C-0AD0-4EEB-AA3A-84A5588FD467}"/>
          </ac:picMkLst>
        </pc:picChg>
      </pc:sldChg>
      <pc:sldChg chg="addSp delSp modSp new mod">
        <pc:chgData name="Κατερίνα Μόσχου" userId="92f258a43be2e06d" providerId="LiveId" clId="{927460AA-325B-4786-BFA1-115829DC7510}" dt="2026-06-08T19:48:01.816" v="3864" actId="1076"/>
        <pc:sldMkLst>
          <pc:docMk/>
          <pc:sldMk cId="2969567566" sldId="287"/>
        </pc:sldMkLst>
        <pc:spChg chg="del mod">
          <ac:chgData name="Κατερίνα Μόσχου" userId="92f258a43be2e06d" providerId="LiveId" clId="{927460AA-325B-4786-BFA1-115829DC7510}" dt="2026-06-08T19:47:57.023" v="3862" actId="478"/>
          <ac:spMkLst>
            <pc:docMk/>
            <pc:sldMk cId="2969567566" sldId="287"/>
            <ac:spMk id="2" creationId="{90986A94-DA21-EADE-DE18-77D020513EB2}"/>
          </ac:spMkLst>
        </pc:spChg>
        <pc:spChg chg="del">
          <ac:chgData name="Κατερίνα Μόσχου" userId="92f258a43be2e06d" providerId="LiveId" clId="{927460AA-325B-4786-BFA1-115829DC7510}" dt="2026-06-08T19:47:55.158" v="3861" actId="22"/>
          <ac:spMkLst>
            <pc:docMk/>
            <pc:sldMk cId="2969567566" sldId="287"/>
            <ac:spMk id="3" creationId="{2B3B4B8A-E814-545B-0014-2065EB9059D4}"/>
          </ac:spMkLst>
        </pc:spChg>
        <pc:spChg chg="mod">
          <ac:chgData name="Κατερίνα Μόσχου" userId="92f258a43be2e06d" providerId="LiveId" clId="{927460AA-325B-4786-BFA1-115829DC7510}" dt="2026-06-08T19:47:40.307" v="3860" actId="20577"/>
          <ac:spMkLst>
            <pc:docMk/>
            <pc:sldMk cId="2969567566" sldId="287"/>
            <ac:spMk id="4" creationId="{0554550E-89FF-1138-132A-89C2DAE33AF6}"/>
          </ac:spMkLst>
        </pc:spChg>
        <pc:spChg chg="mod">
          <ac:chgData name="Κατερίνα Μόσχου" userId="92f258a43be2e06d" providerId="LiveId" clId="{927460AA-325B-4786-BFA1-115829DC7510}" dt="2026-06-08T19:44:34.309" v="3622" actId="20577"/>
          <ac:spMkLst>
            <pc:docMk/>
            <pc:sldMk cId="2969567566" sldId="287"/>
            <ac:spMk id="5" creationId="{E215843B-F637-B26C-99A0-A1D4A5072E97}"/>
          </ac:spMkLst>
        </pc:spChg>
        <pc:spChg chg="mod">
          <ac:chgData name="Κατερίνα Μόσχου" userId="92f258a43be2e06d" providerId="LiveId" clId="{927460AA-325B-4786-BFA1-115829DC7510}" dt="2026-06-08T19:44:42.091" v="3623"/>
          <ac:spMkLst>
            <pc:docMk/>
            <pc:sldMk cId="2969567566" sldId="287"/>
            <ac:spMk id="6" creationId="{EB4E7505-B283-A220-4A74-E494338C6CF5}"/>
          </ac:spMkLst>
        </pc:spChg>
        <pc:picChg chg="add mod ord">
          <ac:chgData name="Κατερίνα Μόσχου" userId="92f258a43be2e06d" providerId="LiveId" clId="{927460AA-325B-4786-BFA1-115829DC7510}" dt="2026-06-08T19:48:01.816" v="3864" actId="1076"/>
          <ac:picMkLst>
            <pc:docMk/>
            <pc:sldMk cId="2969567566" sldId="287"/>
            <ac:picMk id="8" creationId="{8A4AF858-7625-966E-0914-D4FF3DBD694F}"/>
          </ac:picMkLst>
        </pc:picChg>
      </pc:sldChg>
      <pc:sldChg chg="addSp delSp modSp new mod">
        <pc:chgData name="Κατερίνα Μόσχου" userId="92f258a43be2e06d" providerId="LiveId" clId="{927460AA-325B-4786-BFA1-115829DC7510}" dt="2026-06-08T19:52:48.028" v="4178" actId="1076"/>
        <pc:sldMkLst>
          <pc:docMk/>
          <pc:sldMk cId="3966644867" sldId="288"/>
        </pc:sldMkLst>
        <pc:spChg chg="mod">
          <ac:chgData name="Κατερίνα Μόσχου" userId="92f258a43be2e06d" providerId="LiveId" clId="{927460AA-325B-4786-BFA1-115829DC7510}" dt="2026-06-08T19:48:36.540" v="3949" actId="20577"/>
          <ac:spMkLst>
            <pc:docMk/>
            <pc:sldMk cId="3966644867" sldId="288"/>
            <ac:spMk id="2" creationId="{107614ED-E627-20A3-CB3C-BB8F4BF9D15B}"/>
          </ac:spMkLst>
        </pc:spChg>
        <pc:spChg chg="mod">
          <ac:chgData name="Κατερίνα Μόσχου" userId="92f258a43be2e06d" providerId="LiveId" clId="{927460AA-325B-4786-BFA1-115829DC7510}" dt="2026-06-08T19:50:29.337" v="4153" actId="5793"/>
          <ac:spMkLst>
            <pc:docMk/>
            <pc:sldMk cId="3966644867" sldId="288"/>
            <ac:spMk id="3" creationId="{7FE7F0B4-DE77-3E4B-0912-B2BD82905D76}"/>
          </ac:spMkLst>
        </pc:spChg>
        <pc:spChg chg="del">
          <ac:chgData name="Κατερίνα Μόσχου" userId="92f258a43be2e06d" providerId="LiveId" clId="{927460AA-325B-4786-BFA1-115829DC7510}" dt="2026-06-08T19:49:47.313" v="3996" actId="22"/>
          <ac:spMkLst>
            <pc:docMk/>
            <pc:sldMk cId="3966644867" sldId="288"/>
            <ac:spMk id="4" creationId="{E2F98243-FA8D-1D05-74CA-BE51FDB0F0EE}"/>
          </ac:spMkLst>
        </pc:spChg>
        <pc:spChg chg="del">
          <ac:chgData name="Κατερίνα Μόσχου" userId="92f258a43be2e06d" providerId="LiveId" clId="{927460AA-325B-4786-BFA1-115829DC7510}" dt="2026-06-08T19:50:38.679" v="4154" actId="478"/>
          <ac:spMkLst>
            <pc:docMk/>
            <pc:sldMk cId="3966644867" sldId="288"/>
            <ac:spMk id="5" creationId="{98BBBE12-0D7C-ED8B-9E24-F442EF12C61D}"/>
          </ac:spMkLst>
        </pc:spChg>
        <pc:spChg chg="mod">
          <ac:chgData name="Κατερίνα Μόσχου" userId="92f258a43be2e06d" providerId="LiveId" clId="{927460AA-325B-4786-BFA1-115829DC7510}" dt="2026-06-08T19:48:17.721" v="3905" actId="20577"/>
          <ac:spMkLst>
            <pc:docMk/>
            <pc:sldMk cId="3966644867" sldId="288"/>
            <ac:spMk id="6" creationId="{286AD1A6-E0A7-C12D-3EB9-A938A6ECBB7C}"/>
          </ac:spMkLst>
        </pc:spChg>
        <pc:picChg chg="add mod ord">
          <ac:chgData name="Κατερίνα Μόσχου" userId="92f258a43be2e06d" providerId="LiveId" clId="{927460AA-325B-4786-BFA1-115829DC7510}" dt="2026-06-08T19:52:48.028" v="4178" actId="1076"/>
          <ac:picMkLst>
            <pc:docMk/>
            <pc:sldMk cId="3966644867" sldId="288"/>
            <ac:picMk id="8" creationId="{68B1E591-59EB-8360-9106-F2CBB098046F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22DCA0-ABAA-4F07-87E7-6C47F7F15D7A}" type="doc">
      <dgm:prSet loTypeId="urn:microsoft.com/office/officeart/2016/7/layout/ChevronBlockProcess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F93AB7F1-81B9-4B89-8857-49A2BDC0AE52}">
      <dgm:prSet/>
      <dgm:spPr/>
      <dgm:t>
        <a:bodyPr/>
        <a:lstStyle/>
        <a:p>
          <a:r>
            <a:rPr lang="en-US" b="1"/>
            <a:t>User</a:t>
          </a:r>
          <a:endParaRPr lang="en-US"/>
        </a:p>
      </dgm:t>
    </dgm:pt>
    <dgm:pt modelId="{5E129FDA-65D8-4D29-B69A-6703EE1102F8}" type="parTrans" cxnId="{7AC8BE57-F10B-4049-B2E2-2FE0E254FAD6}">
      <dgm:prSet/>
      <dgm:spPr/>
      <dgm:t>
        <a:bodyPr/>
        <a:lstStyle/>
        <a:p>
          <a:endParaRPr lang="en-US"/>
        </a:p>
      </dgm:t>
    </dgm:pt>
    <dgm:pt modelId="{F3540024-995B-4B77-912B-403B3D7D91E3}" type="sibTrans" cxnId="{7AC8BE57-F10B-4049-B2E2-2FE0E254FAD6}">
      <dgm:prSet/>
      <dgm:spPr/>
      <dgm:t>
        <a:bodyPr/>
        <a:lstStyle/>
        <a:p>
          <a:endParaRPr lang="en-US"/>
        </a:p>
      </dgm:t>
    </dgm:pt>
    <dgm:pt modelId="{5D4CCF16-EB57-4A56-ACBF-05499EED365F}">
      <dgm:prSet/>
      <dgm:spPr/>
      <dgm:t>
        <a:bodyPr/>
        <a:lstStyle/>
        <a:p>
          <a:r>
            <a:rPr lang="el-GR"/>
            <a:t>Κάθε μέλος του </a:t>
          </a:r>
          <a:r>
            <a:rPr lang="en-US"/>
            <a:t>server</a:t>
          </a:r>
        </a:p>
      </dgm:t>
    </dgm:pt>
    <dgm:pt modelId="{D289BE47-5FBD-4604-A8E1-8EAD622CCC10}" type="parTrans" cxnId="{04593F60-A69A-48F0-BA6D-78B3FC34682D}">
      <dgm:prSet/>
      <dgm:spPr/>
      <dgm:t>
        <a:bodyPr/>
        <a:lstStyle/>
        <a:p>
          <a:endParaRPr lang="en-US"/>
        </a:p>
      </dgm:t>
    </dgm:pt>
    <dgm:pt modelId="{F2BB6AD9-01B8-4E38-8843-E102680A241C}" type="sibTrans" cxnId="{04593F60-A69A-48F0-BA6D-78B3FC34682D}">
      <dgm:prSet/>
      <dgm:spPr/>
      <dgm:t>
        <a:bodyPr/>
        <a:lstStyle/>
        <a:p>
          <a:endParaRPr lang="en-US"/>
        </a:p>
      </dgm:t>
    </dgm:pt>
    <dgm:pt modelId="{267B89E8-AAEC-4F23-A7BA-DA51B299A8EB}">
      <dgm:prSet/>
      <dgm:spPr/>
      <dgm:t>
        <a:bodyPr/>
        <a:lstStyle/>
        <a:p>
          <a:r>
            <a:rPr lang="el-GR"/>
            <a:t>Περιορισμένα Δικαιώματα</a:t>
          </a:r>
          <a:endParaRPr lang="en-US"/>
        </a:p>
      </dgm:t>
    </dgm:pt>
    <dgm:pt modelId="{123E0DDB-35AE-402D-A567-7939B8054DC6}" type="parTrans" cxnId="{F55AC797-A913-490A-B7F2-3D5553A972F7}">
      <dgm:prSet/>
      <dgm:spPr/>
      <dgm:t>
        <a:bodyPr/>
        <a:lstStyle/>
        <a:p>
          <a:endParaRPr lang="en-US"/>
        </a:p>
      </dgm:t>
    </dgm:pt>
    <dgm:pt modelId="{56FA5AEC-99C0-445D-9C82-075F0DAAE9A2}" type="sibTrans" cxnId="{F55AC797-A913-490A-B7F2-3D5553A972F7}">
      <dgm:prSet/>
      <dgm:spPr/>
      <dgm:t>
        <a:bodyPr/>
        <a:lstStyle/>
        <a:p>
          <a:endParaRPr lang="en-US"/>
        </a:p>
      </dgm:t>
    </dgm:pt>
    <dgm:pt modelId="{106993CA-F3D0-4C1A-8B86-881AB528F6EE}">
      <dgm:prSet/>
      <dgm:spPr/>
      <dgm:t>
        <a:bodyPr/>
        <a:lstStyle/>
        <a:p>
          <a:r>
            <a:rPr lang="el-GR"/>
            <a:t>Πρόσβαση σε βασικές εντολές</a:t>
          </a:r>
          <a:endParaRPr lang="en-US"/>
        </a:p>
      </dgm:t>
    </dgm:pt>
    <dgm:pt modelId="{FF1CAA12-31DC-4504-959E-103EF8D4BD6C}" type="parTrans" cxnId="{59C01297-5FB7-4240-83AC-15310833144E}">
      <dgm:prSet/>
      <dgm:spPr/>
      <dgm:t>
        <a:bodyPr/>
        <a:lstStyle/>
        <a:p>
          <a:endParaRPr lang="en-US"/>
        </a:p>
      </dgm:t>
    </dgm:pt>
    <dgm:pt modelId="{94CFBA80-677A-4A6A-BDAD-1D0995C96469}" type="sibTrans" cxnId="{59C01297-5FB7-4240-83AC-15310833144E}">
      <dgm:prSet/>
      <dgm:spPr/>
      <dgm:t>
        <a:bodyPr/>
        <a:lstStyle/>
        <a:p>
          <a:endParaRPr lang="en-US"/>
        </a:p>
      </dgm:t>
    </dgm:pt>
    <dgm:pt modelId="{DD5DE22C-185F-46E3-B3AE-CFA5D2A8C360}">
      <dgm:prSet/>
      <dgm:spPr/>
      <dgm:t>
        <a:bodyPr/>
        <a:lstStyle/>
        <a:p>
          <a:r>
            <a:rPr lang="en-US" b="1"/>
            <a:t>Moderator</a:t>
          </a:r>
          <a:endParaRPr lang="en-US"/>
        </a:p>
      </dgm:t>
    </dgm:pt>
    <dgm:pt modelId="{F36D5F5F-0E35-4BDF-AC0A-1FCFBF04EFC0}" type="parTrans" cxnId="{FB656043-1258-4B5B-BEBB-EEA5EA042A9C}">
      <dgm:prSet/>
      <dgm:spPr/>
      <dgm:t>
        <a:bodyPr/>
        <a:lstStyle/>
        <a:p>
          <a:endParaRPr lang="en-US"/>
        </a:p>
      </dgm:t>
    </dgm:pt>
    <dgm:pt modelId="{5AC06FC7-2E4F-4C8B-9762-5C7509B4B91A}" type="sibTrans" cxnId="{FB656043-1258-4B5B-BEBB-EEA5EA042A9C}">
      <dgm:prSet/>
      <dgm:spPr/>
      <dgm:t>
        <a:bodyPr/>
        <a:lstStyle/>
        <a:p>
          <a:endParaRPr lang="en-US"/>
        </a:p>
      </dgm:t>
    </dgm:pt>
    <dgm:pt modelId="{3F5E0FE2-534B-4A63-A57D-981A0CCBD3CB}">
      <dgm:prSet/>
      <dgm:spPr/>
      <dgm:t>
        <a:bodyPr/>
        <a:lstStyle/>
        <a:p>
          <a:r>
            <a:rPr lang="el-GR"/>
            <a:t>Κληρονομεί τον απλό Χρήστη</a:t>
          </a:r>
          <a:endParaRPr lang="en-US"/>
        </a:p>
      </dgm:t>
    </dgm:pt>
    <dgm:pt modelId="{90E6B507-04DC-4D22-8029-3D605B0C74BC}" type="parTrans" cxnId="{3FCD1C23-E83C-450E-98FB-3FC068E24BFB}">
      <dgm:prSet/>
      <dgm:spPr/>
      <dgm:t>
        <a:bodyPr/>
        <a:lstStyle/>
        <a:p>
          <a:endParaRPr lang="en-US"/>
        </a:p>
      </dgm:t>
    </dgm:pt>
    <dgm:pt modelId="{B600F99A-BF1C-47D9-84DE-37E4D1D4B0B5}" type="sibTrans" cxnId="{3FCD1C23-E83C-450E-98FB-3FC068E24BFB}">
      <dgm:prSet/>
      <dgm:spPr/>
      <dgm:t>
        <a:bodyPr/>
        <a:lstStyle/>
        <a:p>
          <a:endParaRPr lang="en-US"/>
        </a:p>
      </dgm:t>
    </dgm:pt>
    <dgm:pt modelId="{0C3F6969-F16F-43A2-9219-272127B1F13C}">
      <dgm:prSet/>
      <dgm:spPr/>
      <dgm:t>
        <a:bodyPr/>
        <a:lstStyle/>
        <a:p>
          <a:r>
            <a:rPr lang="el-GR"/>
            <a:t>Υπεύθυνος για την τήρηση κανόνων &amp; εργαλείων πειθαρχίας</a:t>
          </a:r>
          <a:endParaRPr lang="en-US"/>
        </a:p>
      </dgm:t>
    </dgm:pt>
    <dgm:pt modelId="{D6AB6F01-403D-40DB-AD8C-B1860EBC5F9E}" type="parTrans" cxnId="{723383B9-F5A8-44E4-82F8-5678704F19DA}">
      <dgm:prSet/>
      <dgm:spPr/>
      <dgm:t>
        <a:bodyPr/>
        <a:lstStyle/>
        <a:p>
          <a:endParaRPr lang="en-US"/>
        </a:p>
      </dgm:t>
    </dgm:pt>
    <dgm:pt modelId="{6E6868D7-E5EE-434F-8725-F82CD4CA9F2F}" type="sibTrans" cxnId="{723383B9-F5A8-44E4-82F8-5678704F19DA}">
      <dgm:prSet/>
      <dgm:spPr/>
      <dgm:t>
        <a:bodyPr/>
        <a:lstStyle/>
        <a:p>
          <a:endParaRPr lang="en-US"/>
        </a:p>
      </dgm:t>
    </dgm:pt>
    <dgm:pt modelId="{9D550A8E-68CA-4944-B891-1B223C812D0F}">
      <dgm:prSet/>
      <dgm:spPr/>
      <dgm:t>
        <a:bodyPr/>
        <a:lstStyle/>
        <a:p>
          <a:r>
            <a:rPr lang="en-US" b="1"/>
            <a:t>Administrator</a:t>
          </a:r>
          <a:endParaRPr lang="en-US"/>
        </a:p>
      </dgm:t>
    </dgm:pt>
    <dgm:pt modelId="{420AE3FD-1D7F-4AB5-8CB4-CF1C054ECCBC}" type="parTrans" cxnId="{E2367475-E9EC-4D69-BEA4-BD3892B126BA}">
      <dgm:prSet/>
      <dgm:spPr/>
      <dgm:t>
        <a:bodyPr/>
        <a:lstStyle/>
        <a:p>
          <a:endParaRPr lang="en-US"/>
        </a:p>
      </dgm:t>
    </dgm:pt>
    <dgm:pt modelId="{CBE9265D-4A05-4F45-A6CD-B2DD2C81D5BB}" type="sibTrans" cxnId="{E2367475-E9EC-4D69-BEA4-BD3892B126BA}">
      <dgm:prSet/>
      <dgm:spPr/>
      <dgm:t>
        <a:bodyPr/>
        <a:lstStyle/>
        <a:p>
          <a:endParaRPr lang="en-US"/>
        </a:p>
      </dgm:t>
    </dgm:pt>
    <dgm:pt modelId="{5EE10ACC-6913-4486-9B51-9E5490F72183}">
      <dgm:prSet/>
      <dgm:spPr/>
      <dgm:t>
        <a:bodyPr/>
        <a:lstStyle/>
        <a:p>
          <a:r>
            <a:rPr lang="el-GR"/>
            <a:t>Κληρονομεί τον </a:t>
          </a:r>
          <a:r>
            <a:rPr lang="en-US"/>
            <a:t>Moderator</a:t>
          </a:r>
        </a:p>
      </dgm:t>
    </dgm:pt>
    <dgm:pt modelId="{F3588930-78CB-4624-850F-F317D62E027A}" type="parTrans" cxnId="{29FF814E-B2F9-4EE1-8D4B-B7BC5CAEC284}">
      <dgm:prSet/>
      <dgm:spPr/>
      <dgm:t>
        <a:bodyPr/>
        <a:lstStyle/>
        <a:p>
          <a:endParaRPr lang="en-US"/>
        </a:p>
      </dgm:t>
    </dgm:pt>
    <dgm:pt modelId="{5618EFFD-BFE5-404C-9395-754B3C9C48C6}" type="sibTrans" cxnId="{29FF814E-B2F9-4EE1-8D4B-B7BC5CAEC284}">
      <dgm:prSet/>
      <dgm:spPr/>
      <dgm:t>
        <a:bodyPr/>
        <a:lstStyle/>
        <a:p>
          <a:endParaRPr lang="en-US"/>
        </a:p>
      </dgm:t>
    </dgm:pt>
    <dgm:pt modelId="{B184E4B3-05A0-454A-82EE-9C654064C885}">
      <dgm:prSet/>
      <dgm:spPr/>
      <dgm:t>
        <a:bodyPr/>
        <a:lstStyle/>
        <a:p>
          <a:r>
            <a:rPr lang="el-GR"/>
            <a:t>Μέγιστη δικαιοδοσία </a:t>
          </a:r>
          <a:endParaRPr lang="en-US"/>
        </a:p>
      </dgm:t>
    </dgm:pt>
    <dgm:pt modelId="{DEBCF73C-8B4B-4001-A940-8F7B59D180E8}" type="parTrans" cxnId="{0929C13C-FCA8-48CC-967A-161A97511EEA}">
      <dgm:prSet/>
      <dgm:spPr/>
      <dgm:t>
        <a:bodyPr/>
        <a:lstStyle/>
        <a:p>
          <a:endParaRPr lang="en-US"/>
        </a:p>
      </dgm:t>
    </dgm:pt>
    <dgm:pt modelId="{35A3A64C-5CFD-47CE-977A-B1160EAC5F46}" type="sibTrans" cxnId="{0929C13C-FCA8-48CC-967A-161A97511EEA}">
      <dgm:prSet/>
      <dgm:spPr/>
      <dgm:t>
        <a:bodyPr/>
        <a:lstStyle/>
        <a:p>
          <a:endParaRPr lang="en-US"/>
        </a:p>
      </dgm:t>
    </dgm:pt>
    <dgm:pt modelId="{BD061DFB-453E-40EE-B218-B253ABE81FB1}" type="pres">
      <dgm:prSet presAssocID="{5122DCA0-ABAA-4F07-87E7-6C47F7F15D7A}" presName="Name0" presStyleCnt="0">
        <dgm:presLayoutVars>
          <dgm:dir/>
          <dgm:animLvl val="lvl"/>
          <dgm:resizeHandles val="exact"/>
        </dgm:presLayoutVars>
      </dgm:prSet>
      <dgm:spPr/>
    </dgm:pt>
    <dgm:pt modelId="{FEAB9F11-7BB9-44C3-AF54-38F2A2C852CB}" type="pres">
      <dgm:prSet presAssocID="{F93AB7F1-81B9-4B89-8857-49A2BDC0AE52}" presName="composite" presStyleCnt="0"/>
      <dgm:spPr/>
    </dgm:pt>
    <dgm:pt modelId="{94DA58B7-D022-4C5A-8059-3DE57C5AD403}" type="pres">
      <dgm:prSet presAssocID="{F93AB7F1-81B9-4B89-8857-49A2BDC0AE52}" presName="parTx" presStyleLbl="alignNode1" presStyleIdx="0" presStyleCnt="3">
        <dgm:presLayoutVars>
          <dgm:chMax val="0"/>
          <dgm:chPref val="0"/>
        </dgm:presLayoutVars>
      </dgm:prSet>
      <dgm:spPr/>
    </dgm:pt>
    <dgm:pt modelId="{CB8638B0-84EA-48A3-8DC2-7E3944C185D0}" type="pres">
      <dgm:prSet presAssocID="{F93AB7F1-81B9-4B89-8857-49A2BDC0AE52}" presName="desTx" presStyleLbl="alignAccFollowNode1" presStyleIdx="0" presStyleCnt="3">
        <dgm:presLayoutVars/>
      </dgm:prSet>
      <dgm:spPr/>
    </dgm:pt>
    <dgm:pt modelId="{115A8B2D-646F-411E-B561-87D64508D750}" type="pres">
      <dgm:prSet presAssocID="{F3540024-995B-4B77-912B-403B3D7D91E3}" presName="space" presStyleCnt="0"/>
      <dgm:spPr/>
    </dgm:pt>
    <dgm:pt modelId="{A75C7F05-4E23-4672-AEDB-E99A9E9C5836}" type="pres">
      <dgm:prSet presAssocID="{DD5DE22C-185F-46E3-B3AE-CFA5D2A8C360}" presName="composite" presStyleCnt="0"/>
      <dgm:spPr/>
    </dgm:pt>
    <dgm:pt modelId="{D052B405-3595-4FC8-AF85-A7BC97FAEE17}" type="pres">
      <dgm:prSet presAssocID="{DD5DE22C-185F-46E3-B3AE-CFA5D2A8C360}" presName="parTx" presStyleLbl="alignNode1" presStyleIdx="1" presStyleCnt="3">
        <dgm:presLayoutVars>
          <dgm:chMax val="0"/>
          <dgm:chPref val="0"/>
        </dgm:presLayoutVars>
      </dgm:prSet>
      <dgm:spPr/>
    </dgm:pt>
    <dgm:pt modelId="{194A2132-8439-4CAE-8D13-CF381E307A8F}" type="pres">
      <dgm:prSet presAssocID="{DD5DE22C-185F-46E3-B3AE-CFA5D2A8C360}" presName="desTx" presStyleLbl="alignAccFollowNode1" presStyleIdx="1" presStyleCnt="3">
        <dgm:presLayoutVars/>
      </dgm:prSet>
      <dgm:spPr/>
    </dgm:pt>
    <dgm:pt modelId="{3FF68A68-A25D-4E12-A379-9126313DE17B}" type="pres">
      <dgm:prSet presAssocID="{5AC06FC7-2E4F-4C8B-9762-5C7509B4B91A}" presName="space" presStyleCnt="0"/>
      <dgm:spPr/>
    </dgm:pt>
    <dgm:pt modelId="{30C33385-9691-4972-9757-D9AF0E3F901B}" type="pres">
      <dgm:prSet presAssocID="{9D550A8E-68CA-4944-B891-1B223C812D0F}" presName="composite" presStyleCnt="0"/>
      <dgm:spPr/>
    </dgm:pt>
    <dgm:pt modelId="{B33DED6B-253F-4FB7-A947-2A929B66566C}" type="pres">
      <dgm:prSet presAssocID="{9D550A8E-68CA-4944-B891-1B223C812D0F}" presName="parTx" presStyleLbl="alignNode1" presStyleIdx="2" presStyleCnt="3">
        <dgm:presLayoutVars>
          <dgm:chMax val="0"/>
          <dgm:chPref val="0"/>
        </dgm:presLayoutVars>
      </dgm:prSet>
      <dgm:spPr/>
    </dgm:pt>
    <dgm:pt modelId="{0CDA98CC-B99A-499D-BA10-222926B0F8A2}" type="pres">
      <dgm:prSet presAssocID="{9D550A8E-68CA-4944-B891-1B223C812D0F}" presName="desTx" presStyleLbl="alignAccFollowNode1" presStyleIdx="2" presStyleCnt="3">
        <dgm:presLayoutVars/>
      </dgm:prSet>
      <dgm:spPr/>
    </dgm:pt>
  </dgm:ptLst>
  <dgm:cxnLst>
    <dgm:cxn modelId="{3FCD1C23-E83C-450E-98FB-3FC068E24BFB}" srcId="{DD5DE22C-185F-46E3-B3AE-CFA5D2A8C360}" destId="{3F5E0FE2-534B-4A63-A57D-981A0CCBD3CB}" srcOrd="0" destOrd="0" parTransId="{90E6B507-04DC-4D22-8029-3D605B0C74BC}" sibTransId="{B600F99A-BF1C-47D9-84DE-37E4D1D4B0B5}"/>
    <dgm:cxn modelId="{0929C13C-FCA8-48CC-967A-161A97511EEA}" srcId="{9D550A8E-68CA-4944-B891-1B223C812D0F}" destId="{B184E4B3-05A0-454A-82EE-9C654064C885}" srcOrd="1" destOrd="0" parTransId="{DEBCF73C-8B4B-4001-A940-8F7B59D180E8}" sibTransId="{35A3A64C-5CFD-47CE-977A-B1160EAC5F46}"/>
    <dgm:cxn modelId="{04593F60-A69A-48F0-BA6D-78B3FC34682D}" srcId="{F93AB7F1-81B9-4B89-8857-49A2BDC0AE52}" destId="{5D4CCF16-EB57-4A56-ACBF-05499EED365F}" srcOrd="0" destOrd="0" parTransId="{D289BE47-5FBD-4604-A8E1-8EAD622CCC10}" sibTransId="{F2BB6AD9-01B8-4E38-8843-E102680A241C}"/>
    <dgm:cxn modelId="{FB656043-1258-4B5B-BEBB-EEA5EA042A9C}" srcId="{5122DCA0-ABAA-4F07-87E7-6C47F7F15D7A}" destId="{DD5DE22C-185F-46E3-B3AE-CFA5D2A8C360}" srcOrd="1" destOrd="0" parTransId="{F36D5F5F-0E35-4BDF-AC0A-1FCFBF04EFC0}" sibTransId="{5AC06FC7-2E4F-4C8B-9762-5C7509B4B91A}"/>
    <dgm:cxn modelId="{29FF814E-B2F9-4EE1-8D4B-B7BC5CAEC284}" srcId="{9D550A8E-68CA-4944-B891-1B223C812D0F}" destId="{5EE10ACC-6913-4486-9B51-9E5490F72183}" srcOrd="0" destOrd="0" parTransId="{F3588930-78CB-4624-850F-F317D62E027A}" sibTransId="{5618EFFD-BFE5-404C-9395-754B3C9C48C6}"/>
    <dgm:cxn modelId="{E2367475-E9EC-4D69-BEA4-BD3892B126BA}" srcId="{5122DCA0-ABAA-4F07-87E7-6C47F7F15D7A}" destId="{9D550A8E-68CA-4944-B891-1B223C812D0F}" srcOrd="2" destOrd="0" parTransId="{420AE3FD-1D7F-4AB5-8CB4-CF1C054ECCBC}" sibTransId="{CBE9265D-4A05-4F45-A6CD-B2DD2C81D5BB}"/>
    <dgm:cxn modelId="{7AC8BE57-F10B-4049-B2E2-2FE0E254FAD6}" srcId="{5122DCA0-ABAA-4F07-87E7-6C47F7F15D7A}" destId="{F93AB7F1-81B9-4B89-8857-49A2BDC0AE52}" srcOrd="0" destOrd="0" parTransId="{5E129FDA-65D8-4D29-B69A-6703EE1102F8}" sibTransId="{F3540024-995B-4B77-912B-403B3D7D91E3}"/>
    <dgm:cxn modelId="{727CE459-BF19-4578-B963-04F295E8087F}" type="presOf" srcId="{5122DCA0-ABAA-4F07-87E7-6C47F7F15D7A}" destId="{BD061DFB-453E-40EE-B218-B253ABE81FB1}" srcOrd="0" destOrd="0" presId="urn:microsoft.com/office/officeart/2016/7/layout/ChevronBlockProcess"/>
    <dgm:cxn modelId="{5AC5D082-7F26-429D-B296-5A36397D444E}" type="presOf" srcId="{F93AB7F1-81B9-4B89-8857-49A2BDC0AE52}" destId="{94DA58B7-D022-4C5A-8059-3DE57C5AD403}" srcOrd="0" destOrd="0" presId="urn:microsoft.com/office/officeart/2016/7/layout/ChevronBlockProcess"/>
    <dgm:cxn modelId="{59C01297-5FB7-4240-83AC-15310833144E}" srcId="{F93AB7F1-81B9-4B89-8857-49A2BDC0AE52}" destId="{106993CA-F3D0-4C1A-8B86-881AB528F6EE}" srcOrd="2" destOrd="0" parTransId="{FF1CAA12-31DC-4504-959E-103EF8D4BD6C}" sibTransId="{94CFBA80-677A-4A6A-BDAD-1D0995C96469}"/>
    <dgm:cxn modelId="{F55AC797-A913-490A-B7F2-3D5553A972F7}" srcId="{F93AB7F1-81B9-4B89-8857-49A2BDC0AE52}" destId="{267B89E8-AAEC-4F23-A7BA-DA51B299A8EB}" srcOrd="1" destOrd="0" parTransId="{123E0DDB-35AE-402D-A567-7939B8054DC6}" sibTransId="{56FA5AEC-99C0-445D-9C82-075F0DAAE9A2}"/>
    <dgm:cxn modelId="{DB0B8B9C-76C8-4E51-A3AD-837872D48F29}" type="presOf" srcId="{5EE10ACC-6913-4486-9B51-9E5490F72183}" destId="{0CDA98CC-B99A-499D-BA10-222926B0F8A2}" srcOrd="0" destOrd="0" presId="urn:microsoft.com/office/officeart/2016/7/layout/ChevronBlockProcess"/>
    <dgm:cxn modelId="{4AD6F4A2-D663-4472-A803-A95C24AF83AC}" type="presOf" srcId="{5D4CCF16-EB57-4A56-ACBF-05499EED365F}" destId="{CB8638B0-84EA-48A3-8DC2-7E3944C185D0}" srcOrd="0" destOrd="0" presId="urn:microsoft.com/office/officeart/2016/7/layout/ChevronBlockProcess"/>
    <dgm:cxn modelId="{A6202EA4-1F90-4EBA-B98A-EAA35A18FA30}" type="presOf" srcId="{B184E4B3-05A0-454A-82EE-9C654064C885}" destId="{0CDA98CC-B99A-499D-BA10-222926B0F8A2}" srcOrd="0" destOrd="1" presId="urn:microsoft.com/office/officeart/2016/7/layout/ChevronBlockProcess"/>
    <dgm:cxn modelId="{6DF8BAA7-49C7-451E-9992-19ED24D64ED3}" type="presOf" srcId="{DD5DE22C-185F-46E3-B3AE-CFA5D2A8C360}" destId="{D052B405-3595-4FC8-AF85-A7BC97FAEE17}" srcOrd="0" destOrd="0" presId="urn:microsoft.com/office/officeart/2016/7/layout/ChevronBlockProcess"/>
    <dgm:cxn modelId="{E5995DB4-A6C8-4B56-BEC0-283003937BF8}" type="presOf" srcId="{3F5E0FE2-534B-4A63-A57D-981A0CCBD3CB}" destId="{194A2132-8439-4CAE-8D13-CF381E307A8F}" srcOrd="0" destOrd="0" presId="urn:microsoft.com/office/officeart/2016/7/layout/ChevronBlockProcess"/>
    <dgm:cxn modelId="{723383B9-F5A8-44E4-82F8-5678704F19DA}" srcId="{DD5DE22C-185F-46E3-B3AE-CFA5D2A8C360}" destId="{0C3F6969-F16F-43A2-9219-272127B1F13C}" srcOrd="1" destOrd="0" parTransId="{D6AB6F01-403D-40DB-AD8C-B1860EBC5F9E}" sibTransId="{6E6868D7-E5EE-434F-8725-F82CD4CA9F2F}"/>
    <dgm:cxn modelId="{99BDB1CE-5184-4B32-BC43-BE9E931E766F}" type="presOf" srcId="{267B89E8-AAEC-4F23-A7BA-DA51B299A8EB}" destId="{CB8638B0-84EA-48A3-8DC2-7E3944C185D0}" srcOrd="0" destOrd="1" presId="urn:microsoft.com/office/officeart/2016/7/layout/ChevronBlockProcess"/>
    <dgm:cxn modelId="{021B5DD3-D6FF-4A96-81A7-75D76395DA90}" type="presOf" srcId="{106993CA-F3D0-4C1A-8B86-881AB528F6EE}" destId="{CB8638B0-84EA-48A3-8DC2-7E3944C185D0}" srcOrd="0" destOrd="2" presId="urn:microsoft.com/office/officeart/2016/7/layout/ChevronBlockProcess"/>
    <dgm:cxn modelId="{4D47EED5-4041-49A9-B86C-BFC0DF2B6542}" type="presOf" srcId="{0C3F6969-F16F-43A2-9219-272127B1F13C}" destId="{194A2132-8439-4CAE-8D13-CF381E307A8F}" srcOrd="0" destOrd="1" presId="urn:microsoft.com/office/officeart/2016/7/layout/ChevronBlockProcess"/>
    <dgm:cxn modelId="{57D7E2E9-0420-446A-A394-6856AC4E6642}" type="presOf" srcId="{9D550A8E-68CA-4944-B891-1B223C812D0F}" destId="{B33DED6B-253F-4FB7-A947-2A929B66566C}" srcOrd="0" destOrd="0" presId="urn:microsoft.com/office/officeart/2016/7/layout/ChevronBlockProcess"/>
    <dgm:cxn modelId="{26FDAA02-5D26-4914-B8DC-C7BD6BE50BB3}" type="presParOf" srcId="{BD061DFB-453E-40EE-B218-B253ABE81FB1}" destId="{FEAB9F11-7BB9-44C3-AF54-38F2A2C852CB}" srcOrd="0" destOrd="0" presId="urn:microsoft.com/office/officeart/2016/7/layout/ChevronBlockProcess"/>
    <dgm:cxn modelId="{A0972379-E843-4683-94B8-66A78E843B2A}" type="presParOf" srcId="{FEAB9F11-7BB9-44C3-AF54-38F2A2C852CB}" destId="{94DA58B7-D022-4C5A-8059-3DE57C5AD403}" srcOrd="0" destOrd="0" presId="urn:microsoft.com/office/officeart/2016/7/layout/ChevronBlockProcess"/>
    <dgm:cxn modelId="{4D126229-F560-4764-9C27-85716C70F5A4}" type="presParOf" srcId="{FEAB9F11-7BB9-44C3-AF54-38F2A2C852CB}" destId="{CB8638B0-84EA-48A3-8DC2-7E3944C185D0}" srcOrd="1" destOrd="0" presId="urn:microsoft.com/office/officeart/2016/7/layout/ChevronBlockProcess"/>
    <dgm:cxn modelId="{E899FA53-327F-4645-B0E9-214E64BBE4B7}" type="presParOf" srcId="{BD061DFB-453E-40EE-B218-B253ABE81FB1}" destId="{115A8B2D-646F-411E-B561-87D64508D750}" srcOrd="1" destOrd="0" presId="urn:microsoft.com/office/officeart/2016/7/layout/ChevronBlockProcess"/>
    <dgm:cxn modelId="{E14916B5-9C94-4D7F-87F4-58851E7F1B96}" type="presParOf" srcId="{BD061DFB-453E-40EE-B218-B253ABE81FB1}" destId="{A75C7F05-4E23-4672-AEDB-E99A9E9C5836}" srcOrd="2" destOrd="0" presId="urn:microsoft.com/office/officeart/2016/7/layout/ChevronBlockProcess"/>
    <dgm:cxn modelId="{C03487CB-FE8F-4106-AA2D-203AF1CB1690}" type="presParOf" srcId="{A75C7F05-4E23-4672-AEDB-E99A9E9C5836}" destId="{D052B405-3595-4FC8-AF85-A7BC97FAEE17}" srcOrd="0" destOrd="0" presId="urn:microsoft.com/office/officeart/2016/7/layout/ChevronBlockProcess"/>
    <dgm:cxn modelId="{203F565F-5C6E-4EBF-9A1C-257EAE839A6E}" type="presParOf" srcId="{A75C7F05-4E23-4672-AEDB-E99A9E9C5836}" destId="{194A2132-8439-4CAE-8D13-CF381E307A8F}" srcOrd="1" destOrd="0" presId="urn:microsoft.com/office/officeart/2016/7/layout/ChevronBlockProcess"/>
    <dgm:cxn modelId="{C3152C29-0C1E-433C-A9B0-70D8C8EFCF0D}" type="presParOf" srcId="{BD061DFB-453E-40EE-B218-B253ABE81FB1}" destId="{3FF68A68-A25D-4E12-A379-9126313DE17B}" srcOrd="3" destOrd="0" presId="urn:microsoft.com/office/officeart/2016/7/layout/ChevronBlockProcess"/>
    <dgm:cxn modelId="{19A8FF49-18E6-44EE-B214-5B02C58BEEF6}" type="presParOf" srcId="{BD061DFB-453E-40EE-B218-B253ABE81FB1}" destId="{30C33385-9691-4972-9757-D9AF0E3F901B}" srcOrd="4" destOrd="0" presId="urn:microsoft.com/office/officeart/2016/7/layout/ChevronBlockProcess"/>
    <dgm:cxn modelId="{36600C3B-EC6C-4813-AF9D-6E6B59BBAD70}" type="presParOf" srcId="{30C33385-9691-4972-9757-D9AF0E3F901B}" destId="{B33DED6B-253F-4FB7-A947-2A929B66566C}" srcOrd="0" destOrd="0" presId="urn:microsoft.com/office/officeart/2016/7/layout/ChevronBlockProcess"/>
    <dgm:cxn modelId="{D3FC6D5D-38BB-46AB-BB96-48775A5DE622}" type="presParOf" srcId="{30C33385-9691-4972-9757-D9AF0E3F901B}" destId="{0CDA98CC-B99A-499D-BA10-222926B0F8A2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DDA2D00-32B0-4CBC-8943-E0CE062258B0}" type="doc">
      <dgm:prSet loTypeId="urn:microsoft.com/office/officeart/2005/8/layout/hierarchy3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5395831-E700-423C-96DD-77A23CB9C66B}">
      <dgm:prSet/>
      <dgm:spPr/>
      <dgm:t>
        <a:bodyPr/>
        <a:lstStyle/>
        <a:p>
          <a:r>
            <a:rPr lang="en-US" b="1"/>
            <a:t>Shard Support </a:t>
          </a:r>
          <a:endParaRPr lang="en-US"/>
        </a:p>
      </dgm:t>
    </dgm:pt>
    <dgm:pt modelId="{4F139443-CF69-45E6-B52F-139E37E0D6C7}" type="parTrans" cxnId="{10540723-F407-48E5-AAAC-FF75893782B6}">
      <dgm:prSet/>
      <dgm:spPr/>
      <dgm:t>
        <a:bodyPr/>
        <a:lstStyle/>
        <a:p>
          <a:endParaRPr lang="en-US"/>
        </a:p>
      </dgm:t>
    </dgm:pt>
    <dgm:pt modelId="{DC26FFB1-0037-4ADB-911F-5E3729432C38}" type="sibTrans" cxnId="{10540723-F407-48E5-AAAC-FF75893782B6}">
      <dgm:prSet/>
      <dgm:spPr/>
      <dgm:t>
        <a:bodyPr/>
        <a:lstStyle/>
        <a:p>
          <a:endParaRPr lang="en-US"/>
        </a:p>
      </dgm:t>
    </dgm:pt>
    <dgm:pt modelId="{A0C5B2D9-A268-44DF-A272-B85F8301573E}">
      <dgm:prSet/>
      <dgm:spPr/>
      <dgm:t>
        <a:bodyPr/>
        <a:lstStyle/>
        <a:p>
          <a:r>
            <a:rPr lang="el-GR"/>
            <a:t>Διαχωρισμός πολλών μικρών διεργασιών =&gt; αποδοτική διαχείριση 	πόρων</a:t>
          </a:r>
          <a:endParaRPr lang="en-US"/>
        </a:p>
      </dgm:t>
    </dgm:pt>
    <dgm:pt modelId="{ABDC8269-8E21-427C-93CF-0AFE653BEDC3}" type="parTrans" cxnId="{61B918A1-40AA-40F9-9D09-6025C9EE6E7C}">
      <dgm:prSet/>
      <dgm:spPr/>
      <dgm:t>
        <a:bodyPr/>
        <a:lstStyle/>
        <a:p>
          <a:endParaRPr lang="en-US"/>
        </a:p>
      </dgm:t>
    </dgm:pt>
    <dgm:pt modelId="{57D7815F-8B38-4AD2-B652-B9F4EE44C842}" type="sibTrans" cxnId="{61B918A1-40AA-40F9-9D09-6025C9EE6E7C}">
      <dgm:prSet/>
      <dgm:spPr/>
      <dgm:t>
        <a:bodyPr/>
        <a:lstStyle/>
        <a:p>
          <a:endParaRPr lang="en-US"/>
        </a:p>
      </dgm:t>
    </dgm:pt>
    <dgm:pt modelId="{8E5B45C7-7063-4EC8-95D6-9328E0E8C610}">
      <dgm:prSet/>
      <dgm:spPr/>
      <dgm:t>
        <a:bodyPr/>
        <a:lstStyle/>
        <a:p>
          <a:r>
            <a:rPr lang="en-US" b="1"/>
            <a:t>Advanced Logging</a:t>
          </a:r>
          <a:endParaRPr lang="en-US"/>
        </a:p>
      </dgm:t>
    </dgm:pt>
    <dgm:pt modelId="{F57B07DF-63EC-4F52-A1DD-34A46D1989DE}" type="parTrans" cxnId="{06611BE6-7759-44A6-80DF-387C7EB59F1F}">
      <dgm:prSet/>
      <dgm:spPr/>
      <dgm:t>
        <a:bodyPr/>
        <a:lstStyle/>
        <a:p>
          <a:endParaRPr lang="en-US"/>
        </a:p>
      </dgm:t>
    </dgm:pt>
    <dgm:pt modelId="{D79D045B-6DDE-4652-AEF7-C9C23DDBCE88}" type="sibTrans" cxnId="{06611BE6-7759-44A6-80DF-387C7EB59F1F}">
      <dgm:prSet/>
      <dgm:spPr/>
      <dgm:t>
        <a:bodyPr/>
        <a:lstStyle/>
        <a:p>
          <a:endParaRPr lang="en-US"/>
        </a:p>
      </dgm:t>
    </dgm:pt>
    <dgm:pt modelId="{CC9B6AA0-EA6B-42C3-97BB-776D4858DC9D}">
      <dgm:prSet/>
      <dgm:spPr/>
      <dgm:t>
        <a:bodyPr/>
        <a:lstStyle/>
        <a:p>
          <a:r>
            <a:rPr lang="el-GR"/>
            <a:t>Αρχειοθέτηση κρίσιμων δεδομένων λειτουργίας</a:t>
          </a:r>
          <a:endParaRPr lang="en-US"/>
        </a:p>
      </dgm:t>
    </dgm:pt>
    <dgm:pt modelId="{4AA804AF-1E91-4069-86A7-E10188B34A45}" type="parTrans" cxnId="{C4E22A9E-FDA7-4711-93F7-D64967A895C9}">
      <dgm:prSet/>
      <dgm:spPr/>
      <dgm:t>
        <a:bodyPr/>
        <a:lstStyle/>
        <a:p>
          <a:endParaRPr lang="en-US"/>
        </a:p>
      </dgm:t>
    </dgm:pt>
    <dgm:pt modelId="{8005A55B-72DC-46AE-A916-CE05FB560872}" type="sibTrans" cxnId="{C4E22A9E-FDA7-4711-93F7-D64967A895C9}">
      <dgm:prSet/>
      <dgm:spPr/>
      <dgm:t>
        <a:bodyPr/>
        <a:lstStyle/>
        <a:p>
          <a:endParaRPr lang="en-US"/>
        </a:p>
      </dgm:t>
    </dgm:pt>
    <dgm:pt modelId="{30855FC5-A27D-457D-A8AA-677E5105FB37}">
      <dgm:prSet/>
      <dgm:spPr/>
      <dgm:t>
        <a:bodyPr/>
        <a:lstStyle/>
        <a:p>
          <a:r>
            <a:rPr lang="en-US" b="1"/>
            <a:t>Real-time Analysis</a:t>
          </a:r>
          <a:endParaRPr lang="en-US"/>
        </a:p>
      </dgm:t>
    </dgm:pt>
    <dgm:pt modelId="{980ADC00-1FF5-45B6-8BCF-82801328C656}" type="parTrans" cxnId="{4B3A18FC-EA39-4C6A-9E0D-2CC49C903D7E}">
      <dgm:prSet/>
      <dgm:spPr/>
      <dgm:t>
        <a:bodyPr/>
        <a:lstStyle/>
        <a:p>
          <a:endParaRPr lang="en-US"/>
        </a:p>
      </dgm:t>
    </dgm:pt>
    <dgm:pt modelId="{C6DFD9B1-4786-4AD9-A6EE-493BAEE34B4B}" type="sibTrans" cxnId="{4B3A18FC-EA39-4C6A-9E0D-2CC49C903D7E}">
      <dgm:prSet/>
      <dgm:spPr/>
      <dgm:t>
        <a:bodyPr/>
        <a:lstStyle/>
        <a:p>
          <a:endParaRPr lang="en-US"/>
        </a:p>
      </dgm:t>
    </dgm:pt>
    <dgm:pt modelId="{B71D71C4-6E51-4675-A78D-A45FDC073638}">
      <dgm:prSet/>
      <dgm:spPr/>
      <dgm:t>
        <a:bodyPr/>
        <a:lstStyle/>
        <a:p>
          <a:r>
            <a:rPr lang="el-GR"/>
            <a:t>Συλλογή δεδομένων από ΒΔ σε πραγματικό χρόνο</a:t>
          </a:r>
          <a:endParaRPr lang="en-US"/>
        </a:p>
      </dgm:t>
    </dgm:pt>
    <dgm:pt modelId="{0E3C9344-CE84-476F-8B51-6F4A7FA1ECFC}" type="parTrans" cxnId="{227A196F-13FD-46AE-A835-7CDFC5B2CCA3}">
      <dgm:prSet/>
      <dgm:spPr/>
      <dgm:t>
        <a:bodyPr/>
        <a:lstStyle/>
        <a:p>
          <a:endParaRPr lang="en-US"/>
        </a:p>
      </dgm:t>
    </dgm:pt>
    <dgm:pt modelId="{ABE9BD83-E667-4556-B17B-0DA6565B1CC8}" type="sibTrans" cxnId="{227A196F-13FD-46AE-A835-7CDFC5B2CCA3}">
      <dgm:prSet/>
      <dgm:spPr/>
      <dgm:t>
        <a:bodyPr/>
        <a:lstStyle/>
        <a:p>
          <a:endParaRPr lang="en-US"/>
        </a:p>
      </dgm:t>
    </dgm:pt>
    <dgm:pt modelId="{D16B04C2-ACC1-45E7-A680-33AE41D4D9EC}">
      <dgm:prSet/>
      <dgm:spPr/>
      <dgm:t>
        <a:bodyPr/>
        <a:lstStyle/>
        <a:p>
          <a:r>
            <a:rPr lang="en-US" b="1"/>
            <a:t>Backup System</a:t>
          </a:r>
          <a:endParaRPr lang="en-US"/>
        </a:p>
      </dgm:t>
    </dgm:pt>
    <dgm:pt modelId="{DE31DAB0-AFBF-4D24-915D-56524CB83792}" type="parTrans" cxnId="{06D43D62-5997-4E17-969D-D472709A3A74}">
      <dgm:prSet/>
      <dgm:spPr/>
      <dgm:t>
        <a:bodyPr/>
        <a:lstStyle/>
        <a:p>
          <a:endParaRPr lang="en-US"/>
        </a:p>
      </dgm:t>
    </dgm:pt>
    <dgm:pt modelId="{F6230914-5956-4AB2-90FB-BE67028E3C9C}" type="sibTrans" cxnId="{06D43D62-5997-4E17-969D-D472709A3A74}">
      <dgm:prSet/>
      <dgm:spPr/>
      <dgm:t>
        <a:bodyPr/>
        <a:lstStyle/>
        <a:p>
          <a:endParaRPr lang="en-US"/>
        </a:p>
      </dgm:t>
    </dgm:pt>
    <dgm:pt modelId="{14DFF8FE-0AB4-4C48-AD08-8C9E087DD4F4}">
      <dgm:prSet/>
      <dgm:spPr/>
      <dgm:t>
        <a:bodyPr/>
        <a:lstStyle/>
        <a:p>
          <a:r>
            <a:rPr lang="el-GR"/>
            <a:t>Αποθήκευση δεδομένων για εύκολη ανάκτηση</a:t>
          </a:r>
          <a:endParaRPr lang="en-US"/>
        </a:p>
      </dgm:t>
    </dgm:pt>
    <dgm:pt modelId="{49D88CB4-23C9-4831-82E2-A899A58534E3}" type="parTrans" cxnId="{11535D1B-EFFB-401C-BBEE-37DE6E1C66E9}">
      <dgm:prSet/>
      <dgm:spPr/>
      <dgm:t>
        <a:bodyPr/>
        <a:lstStyle/>
        <a:p>
          <a:endParaRPr lang="en-US"/>
        </a:p>
      </dgm:t>
    </dgm:pt>
    <dgm:pt modelId="{73AA6609-2A0A-4FD0-9024-D94CB963CB48}" type="sibTrans" cxnId="{11535D1B-EFFB-401C-BBEE-37DE6E1C66E9}">
      <dgm:prSet/>
      <dgm:spPr/>
      <dgm:t>
        <a:bodyPr/>
        <a:lstStyle/>
        <a:p>
          <a:endParaRPr lang="en-US"/>
        </a:p>
      </dgm:t>
    </dgm:pt>
    <dgm:pt modelId="{DBE6A1A6-D633-4E83-8205-3F5199E07ECA}" type="pres">
      <dgm:prSet presAssocID="{ADDA2D00-32B0-4CBC-8943-E0CE062258B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7689359-E12B-4E59-B132-B796B6019B10}" type="pres">
      <dgm:prSet presAssocID="{D5395831-E700-423C-96DD-77A23CB9C66B}" presName="root" presStyleCnt="0"/>
      <dgm:spPr/>
    </dgm:pt>
    <dgm:pt modelId="{59684DB2-B28E-46D6-95D6-295AC50498B3}" type="pres">
      <dgm:prSet presAssocID="{D5395831-E700-423C-96DD-77A23CB9C66B}" presName="rootComposite" presStyleCnt="0"/>
      <dgm:spPr/>
    </dgm:pt>
    <dgm:pt modelId="{D8C668ED-28D4-4D83-9002-A1927F6C9861}" type="pres">
      <dgm:prSet presAssocID="{D5395831-E700-423C-96DD-77A23CB9C66B}" presName="rootText" presStyleLbl="node1" presStyleIdx="0" presStyleCnt="4"/>
      <dgm:spPr/>
    </dgm:pt>
    <dgm:pt modelId="{C6AA7D74-9F3D-4758-B3F4-B2D775EF835F}" type="pres">
      <dgm:prSet presAssocID="{D5395831-E700-423C-96DD-77A23CB9C66B}" presName="rootConnector" presStyleLbl="node1" presStyleIdx="0" presStyleCnt="4"/>
      <dgm:spPr/>
    </dgm:pt>
    <dgm:pt modelId="{994DA53B-F075-4B44-B181-94228F37CF6D}" type="pres">
      <dgm:prSet presAssocID="{D5395831-E700-423C-96DD-77A23CB9C66B}" presName="childShape" presStyleCnt="0"/>
      <dgm:spPr/>
    </dgm:pt>
    <dgm:pt modelId="{B034C82E-07F7-40D4-8FEE-33AAFF295BCC}" type="pres">
      <dgm:prSet presAssocID="{ABDC8269-8E21-427C-93CF-0AFE653BEDC3}" presName="Name13" presStyleLbl="parChTrans1D2" presStyleIdx="0" presStyleCnt="4"/>
      <dgm:spPr/>
    </dgm:pt>
    <dgm:pt modelId="{9C15918C-A685-4A23-801D-F4218FE038EF}" type="pres">
      <dgm:prSet presAssocID="{A0C5B2D9-A268-44DF-A272-B85F8301573E}" presName="childText" presStyleLbl="bgAcc1" presStyleIdx="0" presStyleCnt="4">
        <dgm:presLayoutVars>
          <dgm:bulletEnabled val="1"/>
        </dgm:presLayoutVars>
      </dgm:prSet>
      <dgm:spPr/>
    </dgm:pt>
    <dgm:pt modelId="{385FDC9F-CC92-46F9-AB25-C8C718F7F471}" type="pres">
      <dgm:prSet presAssocID="{8E5B45C7-7063-4EC8-95D6-9328E0E8C610}" presName="root" presStyleCnt="0"/>
      <dgm:spPr/>
    </dgm:pt>
    <dgm:pt modelId="{980480B7-6CAB-49DC-9286-C5FB9773E059}" type="pres">
      <dgm:prSet presAssocID="{8E5B45C7-7063-4EC8-95D6-9328E0E8C610}" presName="rootComposite" presStyleCnt="0"/>
      <dgm:spPr/>
    </dgm:pt>
    <dgm:pt modelId="{5054DCF0-097B-494C-A443-2B88194EC8E8}" type="pres">
      <dgm:prSet presAssocID="{8E5B45C7-7063-4EC8-95D6-9328E0E8C610}" presName="rootText" presStyleLbl="node1" presStyleIdx="1" presStyleCnt="4"/>
      <dgm:spPr/>
    </dgm:pt>
    <dgm:pt modelId="{E0948834-8E1B-4A3D-B9A6-C3836F88562C}" type="pres">
      <dgm:prSet presAssocID="{8E5B45C7-7063-4EC8-95D6-9328E0E8C610}" presName="rootConnector" presStyleLbl="node1" presStyleIdx="1" presStyleCnt="4"/>
      <dgm:spPr/>
    </dgm:pt>
    <dgm:pt modelId="{7C5BAEC9-2985-477B-9A38-A8D3A18312DF}" type="pres">
      <dgm:prSet presAssocID="{8E5B45C7-7063-4EC8-95D6-9328E0E8C610}" presName="childShape" presStyleCnt="0"/>
      <dgm:spPr/>
    </dgm:pt>
    <dgm:pt modelId="{61ACE3C1-08E9-45A4-B1BA-A806D5B8E4B0}" type="pres">
      <dgm:prSet presAssocID="{4AA804AF-1E91-4069-86A7-E10188B34A45}" presName="Name13" presStyleLbl="parChTrans1D2" presStyleIdx="1" presStyleCnt="4"/>
      <dgm:spPr/>
    </dgm:pt>
    <dgm:pt modelId="{1D0C7B2F-D8C0-464C-AFFB-480E1CB862C8}" type="pres">
      <dgm:prSet presAssocID="{CC9B6AA0-EA6B-42C3-97BB-776D4858DC9D}" presName="childText" presStyleLbl="bgAcc1" presStyleIdx="1" presStyleCnt="4">
        <dgm:presLayoutVars>
          <dgm:bulletEnabled val="1"/>
        </dgm:presLayoutVars>
      </dgm:prSet>
      <dgm:spPr/>
    </dgm:pt>
    <dgm:pt modelId="{258BBFB1-CE7A-4362-90FC-E419F914FD02}" type="pres">
      <dgm:prSet presAssocID="{30855FC5-A27D-457D-A8AA-677E5105FB37}" presName="root" presStyleCnt="0"/>
      <dgm:spPr/>
    </dgm:pt>
    <dgm:pt modelId="{5CFB18A1-7455-4FA2-B386-C3732AD8BF42}" type="pres">
      <dgm:prSet presAssocID="{30855FC5-A27D-457D-A8AA-677E5105FB37}" presName="rootComposite" presStyleCnt="0"/>
      <dgm:spPr/>
    </dgm:pt>
    <dgm:pt modelId="{FCE8C2D9-FCB1-4E57-90DB-E12778969A75}" type="pres">
      <dgm:prSet presAssocID="{30855FC5-A27D-457D-A8AA-677E5105FB37}" presName="rootText" presStyleLbl="node1" presStyleIdx="2" presStyleCnt="4"/>
      <dgm:spPr/>
    </dgm:pt>
    <dgm:pt modelId="{73C575E6-E768-40B4-8B42-31D6784623D9}" type="pres">
      <dgm:prSet presAssocID="{30855FC5-A27D-457D-A8AA-677E5105FB37}" presName="rootConnector" presStyleLbl="node1" presStyleIdx="2" presStyleCnt="4"/>
      <dgm:spPr/>
    </dgm:pt>
    <dgm:pt modelId="{426FEF52-E5FB-433B-8654-3449FF2CC4FB}" type="pres">
      <dgm:prSet presAssocID="{30855FC5-A27D-457D-A8AA-677E5105FB37}" presName="childShape" presStyleCnt="0"/>
      <dgm:spPr/>
    </dgm:pt>
    <dgm:pt modelId="{07E1A165-04C6-4F9E-B729-4B0B7A479001}" type="pres">
      <dgm:prSet presAssocID="{0E3C9344-CE84-476F-8B51-6F4A7FA1ECFC}" presName="Name13" presStyleLbl="parChTrans1D2" presStyleIdx="2" presStyleCnt="4"/>
      <dgm:spPr/>
    </dgm:pt>
    <dgm:pt modelId="{B67123E7-A6E4-4BD1-95B9-63B37718E5BC}" type="pres">
      <dgm:prSet presAssocID="{B71D71C4-6E51-4675-A78D-A45FDC073638}" presName="childText" presStyleLbl="bgAcc1" presStyleIdx="2" presStyleCnt="4">
        <dgm:presLayoutVars>
          <dgm:bulletEnabled val="1"/>
        </dgm:presLayoutVars>
      </dgm:prSet>
      <dgm:spPr/>
    </dgm:pt>
    <dgm:pt modelId="{5E8DBA10-1D23-4D0A-AEEC-6EA9630F6234}" type="pres">
      <dgm:prSet presAssocID="{D16B04C2-ACC1-45E7-A680-33AE41D4D9EC}" presName="root" presStyleCnt="0"/>
      <dgm:spPr/>
    </dgm:pt>
    <dgm:pt modelId="{18608D1A-213C-4C4E-99E1-F0B669271B0C}" type="pres">
      <dgm:prSet presAssocID="{D16B04C2-ACC1-45E7-A680-33AE41D4D9EC}" presName="rootComposite" presStyleCnt="0"/>
      <dgm:spPr/>
    </dgm:pt>
    <dgm:pt modelId="{AAC4CA21-3027-490E-8716-D2E8ED46AB4D}" type="pres">
      <dgm:prSet presAssocID="{D16B04C2-ACC1-45E7-A680-33AE41D4D9EC}" presName="rootText" presStyleLbl="node1" presStyleIdx="3" presStyleCnt="4"/>
      <dgm:spPr/>
    </dgm:pt>
    <dgm:pt modelId="{29941B25-3A9A-422E-9CBA-51ACE8F33815}" type="pres">
      <dgm:prSet presAssocID="{D16B04C2-ACC1-45E7-A680-33AE41D4D9EC}" presName="rootConnector" presStyleLbl="node1" presStyleIdx="3" presStyleCnt="4"/>
      <dgm:spPr/>
    </dgm:pt>
    <dgm:pt modelId="{491FF40C-4318-4AE7-86A6-6EF511319837}" type="pres">
      <dgm:prSet presAssocID="{D16B04C2-ACC1-45E7-A680-33AE41D4D9EC}" presName="childShape" presStyleCnt="0"/>
      <dgm:spPr/>
    </dgm:pt>
    <dgm:pt modelId="{1D05067D-C8C3-4052-A345-2F54CFA4AC31}" type="pres">
      <dgm:prSet presAssocID="{49D88CB4-23C9-4831-82E2-A899A58534E3}" presName="Name13" presStyleLbl="parChTrans1D2" presStyleIdx="3" presStyleCnt="4"/>
      <dgm:spPr/>
    </dgm:pt>
    <dgm:pt modelId="{EAADE4E2-8EB6-4C2B-8AC2-BEEA4D7C9BFE}" type="pres">
      <dgm:prSet presAssocID="{14DFF8FE-0AB4-4C48-AD08-8C9E087DD4F4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4E6F4210-E7AC-432F-9DD3-5D447C2973EC}" type="presOf" srcId="{D16B04C2-ACC1-45E7-A680-33AE41D4D9EC}" destId="{29941B25-3A9A-422E-9CBA-51ACE8F33815}" srcOrd="1" destOrd="0" presId="urn:microsoft.com/office/officeart/2005/8/layout/hierarchy3"/>
    <dgm:cxn modelId="{11535D1B-EFFB-401C-BBEE-37DE6E1C66E9}" srcId="{D16B04C2-ACC1-45E7-A680-33AE41D4D9EC}" destId="{14DFF8FE-0AB4-4C48-AD08-8C9E087DD4F4}" srcOrd="0" destOrd="0" parTransId="{49D88CB4-23C9-4831-82E2-A899A58534E3}" sibTransId="{73AA6609-2A0A-4FD0-9024-D94CB963CB48}"/>
    <dgm:cxn modelId="{10540723-F407-48E5-AAAC-FF75893782B6}" srcId="{ADDA2D00-32B0-4CBC-8943-E0CE062258B0}" destId="{D5395831-E700-423C-96DD-77A23CB9C66B}" srcOrd="0" destOrd="0" parTransId="{4F139443-CF69-45E6-B52F-139E37E0D6C7}" sibTransId="{DC26FFB1-0037-4ADB-911F-5E3729432C38}"/>
    <dgm:cxn modelId="{23802423-A441-4900-B81B-8CDB0C887BC9}" type="presOf" srcId="{A0C5B2D9-A268-44DF-A272-B85F8301573E}" destId="{9C15918C-A685-4A23-801D-F4218FE038EF}" srcOrd="0" destOrd="0" presId="urn:microsoft.com/office/officeart/2005/8/layout/hierarchy3"/>
    <dgm:cxn modelId="{80B39734-57FF-4F8D-8C79-42C337656EE0}" type="presOf" srcId="{49D88CB4-23C9-4831-82E2-A899A58534E3}" destId="{1D05067D-C8C3-4052-A345-2F54CFA4AC31}" srcOrd="0" destOrd="0" presId="urn:microsoft.com/office/officeart/2005/8/layout/hierarchy3"/>
    <dgm:cxn modelId="{111D753A-FED8-4B51-BED8-A0F755EE977B}" type="presOf" srcId="{0E3C9344-CE84-476F-8B51-6F4A7FA1ECFC}" destId="{07E1A165-04C6-4F9E-B729-4B0B7A479001}" srcOrd="0" destOrd="0" presId="urn:microsoft.com/office/officeart/2005/8/layout/hierarchy3"/>
    <dgm:cxn modelId="{E4CA1D3F-5029-47DD-9AEC-5078D476239F}" type="presOf" srcId="{ADDA2D00-32B0-4CBC-8943-E0CE062258B0}" destId="{DBE6A1A6-D633-4E83-8205-3F5199E07ECA}" srcOrd="0" destOrd="0" presId="urn:microsoft.com/office/officeart/2005/8/layout/hierarchy3"/>
    <dgm:cxn modelId="{034E9C5D-3317-4CC6-B61A-2ECD53DF8C72}" type="presOf" srcId="{B71D71C4-6E51-4675-A78D-A45FDC073638}" destId="{B67123E7-A6E4-4BD1-95B9-63B37718E5BC}" srcOrd="0" destOrd="0" presId="urn:microsoft.com/office/officeart/2005/8/layout/hierarchy3"/>
    <dgm:cxn modelId="{06D43D62-5997-4E17-969D-D472709A3A74}" srcId="{ADDA2D00-32B0-4CBC-8943-E0CE062258B0}" destId="{D16B04C2-ACC1-45E7-A680-33AE41D4D9EC}" srcOrd="3" destOrd="0" parTransId="{DE31DAB0-AFBF-4D24-915D-56524CB83792}" sibTransId="{F6230914-5956-4AB2-90FB-BE67028E3C9C}"/>
    <dgm:cxn modelId="{1A31074F-8E70-485B-A727-7F077AC10337}" type="presOf" srcId="{30855FC5-A27D-457D-A8AA-677E5105FB37}" destId="{FCE8C2D9-FCB1-4E57-90DB-E12778969A75}" srcOrd="0" destOrd="0" presId="urn:microsoft.com/office/officeart/2005/8/layout/hierarchy3"/>
    <dgm:cxn modelId="{227A196F-13FD-46AE-A835-7CDFC5B2CCA3}" srcId="{30855FC5-A27D-457D-A8AA-677E5105FB37}" destId="{B71D71C4-6E51-4675-A78D-A45FDC073638}" srcOrd="0" destOrd="0" parTransId="{0E3C9344-CE84-476F-8B51-6F4A7FA1ECFC}" sibTransId="{ABE9BD83-E667-4556-B17B-0DA6565B1CC8}"/>
    <dgm:cxn modelId="{E3837355-6C33-419D-B768-E06A42670730}" type="presOf" srcId="{30855FC5-A27D-457D-A8AA-677E5105FB37}" destId="{73C575E6-E768-40B4-8B42-31D6784623D9}" srcOrd="1" destOrd="0" presId="urn:microsoft.com/office/officeart/2005/8/layout/hierarchy3"/>
    <dgm:cxn modelId="{21A4C88B-C6F3-46A1-A91F-79EB851B0548}" type="presOf" srcId="{ABDC8269-8E21-427C-93CF-0AFE653BEDC3}" destId="{B034C82E-07F7-40D4-8FEE-33AAFF295BCC}" srcOrd="0" destOrd="0" presId="urn:microsoft.com/office/officeart/2005/8/layout/hierarchy3"/>
    <dgm:cxn modelId="{D7FF388D-A32C-4ED6-86CA-D709F4F2BFA1}" type="presOf" srcId="{4AA804AF-1E91-4069-86A7-E10188B34A45}" destId="{61ACE3C1-08E9-45A4-B1BA-A806D5B8E4B0}" srcOrd="0" destOrd="0" presId="urn:microsoft.com/office/officeart/2005/8/layout/hierarchy3"/>
    <dgm:cxn modelId="{07341692-F0F4-46A0-8EEE-5AC30EE26A11}" type="presOf" srcId="{8E5B45C7-7063-4EC8-95D6-9328E0E8C610}" destId="{5054DCF0-097B-494C-A443-2B88194EC8E8}" srcOrd="0" destOrd="0" presId="urn:microsoft.com/office/officeart/2005/8/layout/hierarchy3"/>
    <dgm:cxn modelId="{B4A86B98-3B85-4D5D-8521-4E9D1E1A4D51}" type="presOf" srcId="{D5395831-E700-423C-96DD-77A23CB9C66B}" destId="{D8C668ED-28D4-4D83-9002-A1927F6C9861}" srcOrd="0" destOrd="0" presId="urn:microsoft.com/office/officeart/2005/8/layout/hierarchy3"/>
    <dgm:cxn modelId="{F199699C-A462-48B9-A92F-468AD8BC016A}" type="presOf" srcId="{14DFF8FE-0AB4-4C48-AD08-8C9E087DD4F4}" destId="{EAADE4E2-8EB6-4C2B-8AC2-BEEA4D7C9BFE}" srcOrd="0" destOrd="0" presId="urn:microsoft.com/office/officeart/2005/8/layout/hierarchy3"/>
    <dgm:cxn modelId="{C4E22A9E-FDA7-4711-93F7-D64967A895C9}" srcId="{8E5B45C7-7063-4EC8-95D6-9328E0E8C610}" destId="{CC9B6AA0-EA6B-42C3-97BB-776D4858DC9D}" srcOrd="0" destOrd="0" parTransId="{4AA804AF-1E91-4069-86A7-E10188B34A45}" sibTransId="{8005A55B-72DC-46AE-A916-CE05FB560872}"/>
    <dgm:cxn modelId="{61B918A1-40AA-40F9-9D09-6025C9EE6E7C}" srcId="{D5395831-E700-423C-96DD-77A23CB9C66B}" destId="{A0C5B2D9-A268-44DF-A272-B85F8301573E}" srcOrd="0" destOrd="0" parTransId="{ABDC8269-8E21-427C-93CF-0AFE653BEDC3}" sibTransId="{57D7815F-8B38-4AD2-B652-B9F4EE44C842}"/>
    <dgm:cxn modelId="{C43E52B4-B9D1-4F7E-B9E6-25B07B847DB3}" type="presOf" srcId="{D5395831-E700-423C-96DD-77A23CB9C66B}" destId="{C6AA7D74-9F3D-4758-B3F4-B2D775EF835F}" srcOrd="1" destOrd="0" presId="urn:microsoft.com/office/officeart/2005/8/layout/hierarchy3"/>
    <dgm:cxn modelId="{7E9478C8-3F67-421A-8D31-D4AEA0D8DD27}" type="presOf" srcId="{8E5B45C7-7063-4EC8-95D6-9328E0E8C610}" destId="{E0948834-8E1B-4A3D-B9A6-C3836F88562C}" srcOrd="1" destOrd="0" presId="urn:microsoft.com/office/officeart/2005/8/layout/hierarchy3"/>
    <dgm:cxn modelId="{06611BE6-7759-44A6-80DF-387C7EB59F1F}" srcId="{ADDA2D00-32B0-4CBC-8943-E0CE062258B0}" destId="{8E5B45C7-7063-4EC8-95D6-9328E0E8C610}" srcOrd="1" destOrd="0" parTransId="{F57B07DF-63EC-4F52-A1DD-34A46D1989DE}" sibTransId="{D79D045B-6DDE-4652-AEF7-C9C23DDBCE88}"/>
    <dgm:cxn modelId="{33A580F4-F154-44E7-9674-6B3AF8429D10}" type="presOf" srcId="{D16B04C2-ACC1-45E7-A680-33AE41D4D9EC}" destId="{AAC4CA21-3027-490E-8716-D2E8ED46AB4D}" srcOrd="0" destOrd="0" presId="urn:microsoft.com/office/officeart/2005/8/layout/hierarchy3"/>
    <dgm:cxn modelId="{A335E1F7-BF7E-4BDF-B433-7D14936FEA5A}" type="presOf" srcId="{CC9B6AA0-EA6B-42C3-97BB-776D4858DC9D}" destId="{1D0C7B2F-D8C0-464C-AFFB-480E1CB862C8}" srcOrd="0" destOrd="0" presId="urn:microsoft.com/office/officeart/2005/8/layout/hierarchy3"/>
    <dgm:cxn modelId="{4B3A18FC-EA39-4C6A-9E0D-2CC49C903D7E}" srcId="{ADDA2D00-32B0-4CBC-8943-E0CE062258B0}" destId="{30855FC5-A27D-457D-A8AA-677E5105FB37}" srcOrd="2" destOrd="0" parTransId="{980ADC00-1FF5-45B6-8BCF-82801328C656}" sibTransId="{C6DFD9B1-4786-4AD9-A6EE-493BAEE34B4B}"/>
    <dgm:cxn modelId="{541F1F88-3C9F-4E42-B04A-C5607F6154DF}" type="presParOf" srcId="{DBE6A1A6-D633-4E83-8205-3F5199E07ECA}" destId="{67689359-E12B-4E59-B132-B796B6019B10}" srcOrd="0" destOrd="0" presId="urn:microsoft.com/office/officeart/2005/8/layout/hierarchy3"/>
    <dgm:cxn modelId="{ACFF0309-B517-42B6-AFC0-14C6CEBA427E}" type="presParOf" srcId="{67689359-E12B-4E59-B132-B796B6019B10}" destId="{59684DB2-B28E-46D6-95D6-295AC50498B3}" srcOrd="0" destOrd="0" presId="urn:microsoft.com/office/officeart/2005/8/layout/hierarchy3"/>
    <dgm:cxn modelId="{E8D00741-0DBA-45E2-9A17-A12A73882867}" type="presParOf" srcId="{59684DB2-B28E-46D6-95D6-295AC50498B3}" destId="{D8C668ED-28D4-4D83-9002-A1927F6C9861}" srcOrd="0" destOrd="0" presId="urn:microsoft.com/office/officeart/2005/8/layout/hierarchy3"/>
    <dgm:cxn modelId="{69F5AABC-2A56-450D-832E-DCC5871AEED1}" type="presParOf" srcId="{59684DB2-B28E-46D6-95D6-295AC50498B3}" destId="{C6AA7D74-9F3D-4758-B3F4-B2D775EF835F}" srcOrd="1" destOrd="0" presId="urn:microsoft.com/office/officeart/2005/8/layout/hierarchy3"/>
    <dgm:cxn modelId="{A249B132-5B41-4D70-A2E4-893D52FA2FFE}" type="presParOf" srcId="{67689359-E12B-4E59-B132-B796B6019B10}" destId="{994DA53B-F075-4B44-B181-94228F37CF6D}" srcOrd="1" destOrd="0" presId="urn:microsoft.com/office/officeart/2005/8/layout/hierarchy3"/>
    <dgm:cxn modelId="{F94326D8-649B-4107-A6DE-013D7FE63884}" type="presParOf" srcId="{994DA53B-F075-4B44-B181-94228F37CF6D}" destId="{B034C82E-07F7-40D4-8FEE-33AAFF295BCC}" srcOrd="0" destOrd="0" presId="urn:microsoft.com/office/officeart/2005/8/layout/hierarchy3"/>
    <dgm:cxn modelId="{49692E85-696E-4EDE-9B88-B14672D69EE4}" type="presParOf" srcId="{994DA53B-F075-4B44-B181-94228F37CF6D}" destId="{9C15918C-A685-4A23-801D-F4218FE038EF}" srcOrd="1" destOrd="0" presId="urn:microsoft.com/office/officeart/2005/8/layout/hierarchy3"/>
    <dgm:cxn modelId="{0C72D869-EAC0-4A17-94B9-0F3A8FB37111}" type="presParOf" srcId="{DBE6A1A6-D633-4E83-8205-3F5199E07ECA}" destId="{385FDC9F-CC92-46F9-AB25-C8C718F7F471}" srcOrd="1" destOrd="0" presId="urn:microsoft.com/office/officeart/2005/8/layout/hierarchy3"/>
    <dgm:cxn modelId="{3A2055F6-5306-4988-84EB-18C9B0C7D956}" type="presParOf" srcId="{385FDC9F-CC92-46F9-AB25-C8C718F7F471}" destId="{980480B7-6CAB-49DC-9286-C5FB9773E059}" srcOrd="0" destOrd="0" presId="urn:microsoft.com/office/officeart/2005/8/layout/hierarchy3"/>
    <dgm:cxn modelId="{71FBC3E8-2EC0-4E2C-A67B-C51C64C366A5}" type="presParOf" srcId="{980480B7-6CAB-49DC-9286-C5FB9773E059}" destId="{5054DCF0-097B-494C-A443-2B88194EC8E8}" srcOrd="0" destOrd="0" presId="urn:microsoft.com/office/officeart/2005/8/layout/hierarchy3"/>
    <dgm:cxn modelId="{0DB032CB-AA6B-44A7-91E4-C49438E76271}" type="presParOf" srcId="{980480B7-6CAB-49DC-9286-C5FB9773E059}" destId="{E0948834-8E1B-4A3D-B9A6-C3836F88562C}" srcOrd="1" destOrd="0" presId="urn:microsoft.com/office/officeart/2005/8/layout/hierarchy3"/>
    <dgm:cxn modelId="{B67BB2C4-519F-4BFA-B646-C20CC3B26112}" type="presParOf" srcId="{385FDC9F-CC92-46F9-AB25-C8C718F7F471}" destId="{7C5BAEC9-2985-477B-9A38-A8D3A18312DF}" srcOrd="1" destOrd="0" presId="urn:microsoft.com/office/officeart/2005/8/layout/hierarchy3"/>
    <dgm:cxn modelId="{AED95984-5638-4204-9BC2-8348FE1A410D}" type="presParOf" srcId="{7C5BAEC9-2985-477B-9A38-A8D3A18312DF}" destId="{61ACE3C1-08E9-45A4-B1BA-A806D5B8E4B0}" srcOrd="0" destOrd="0" presId="urn:microsoft.com/office/officeart/2005/8/layout/hierarchy3"/>
    <dgm:cxn modelId="{80FA4F7C-3E10-461A-9C63-655DE28B0CED}" type="presParOf" srcId="{7C5BAEC9-2985-477B-9A38-A8D3A18312DF}" destId="{1D0C7B2F-D8C0-464C-AFFB-480E1CB862C8}" srcOrd="1" destOrd="0" presId="urn:microsoft.com/office/officeart/2005/8/layout/hierarchy3"/>
    <dgm:cxn modelId="{1CCC8EA2-92ED-489A-84DE-6B4705993352}" type="presParOf" srcId="{DBE6A1A6-D633-4E83-8205-3F5199E07ECA}" destId="{258BBFB1-CE7A-4362-90FC-E419F914FD02}" srcOrd="2" destOrd="0" presId="urn:microsoft.com/office/officeart/2005/8/layout/hierarchy3"/>
    <dgm:cxn modelId="{8665BB11-E6FF-46EC-9EFA-4216E6F19676}" type="presParOf" srcId="{258BBFB1-CE7A-4362-90FC-E419F914FD02}" destId="{5CFB18A1-7455-4FA2-B386-C3732AD8BF42}" srcOrd="0" destOrd="0" presId="urn:microsoft.com/office/officeart/2005/8/layout/hierarchy3"/>
    <dgm:cxn modelId="{3759A82C-E3DC-4F88-948B-DE93D25006A7}" type="presParOf" srcId="{5CFB18A1-7455-4FA2-B386-C3732AD8BF42}" destId="{FCE8C2D9-FCB1-4E57-90DB-E12778969A75}" srcOrd="0" destOrd="0" presId="urn:microsoft.com/office/officeart/2005/8/layout/hierarchy3"/>
    <dgm:cxn modelId="{FFEF1C0E-1D33-4999-BC0D-2383DD5A7645}" type="presParOf" srcId="{5CFB18A1-7455-4FA2-B386-C3732AD8BF42}" destId="{73C575E6-E768-40B4-8B42-31D6784623D9}" srcOrd="1" destOrd="0" presId="urn:microsoft.com/office/officeart/2005/8/layout/hierarchy3"/>
    <dgm:cxn modelId="{21D3909F-24CD-4954-A7A8-EA56A6C0A3A6}" type="presParOf" srcId="{258BBFB1-CE7A-4362-90FC-E419F914FD02}" destId="{426FEF52-E5FB-433B-8654-3449FF2CC4FB}" srcOrd="1" destOrd="0" presId="urn:microsoft.com/office/officeart/2005/8/layout/hierarchy3"/>
    <dgm:cxn modelId="{A4ACC1A7-A771-43AC-BF4F-502C8CBD7FF8}" type="presParOf" srcId="{426FEF52-E5FB-433B-8654-3449FF2CC4FB}" destId="{07E1A165-04C6-4F9E-B729-4B0B7A479001}" srcOrd="0" destOrd="0" presId="urn:microsoft.com/office/officeart/2005/8/layout/hierarchy3"/>
    <dgm:cxn modelId="{47A4648F-649D-418B-A9E4-EB866F40A5F7}" type="presParOf" srcId="{426FEF52-E5FB-433B-8654-3449FF2CC4FB}" destId="{B67123E7-A6E4-4BD1-95B9-63B37718E5BC}" srcOrd="1" destOrd="0" presId="urn:microsoft.com/office/officeart/2005/8/layout/hierarchy3"/>
    <dgm:cxn modelId="{52A7F0E0-8F50-4C6E-8059-BB36E9974485}" type="presParOf" srcId="{DBE6A1A6-D633-4E83-8205-3F5199E07ECA}" destId="{5E8DBA10-1D23-4D0A-AEEC-6EA9630F6234}" srcOrd="3" destOrd="0" presId="urn:microsoft.com/office/officeart/2005/8/layout/hierarchy3"/>
    <dgm:cxn modelId="{A9D37F09-203D-4280-9945-CA4D40206F0C}" type="presParOf" srcId="{5E8DBA10-1D23-4D0A-AEEC-6EA9630F6234}" destId="{18608D1A-213C-4C4E-99E1-F0B669271B0C}" srcOrd="0" destOrd="0" presId="urn:microsoft.com/office/officeart/2005/8/layout/hierarchy3"/>
    <dgm:cxn modelId="{31A6B753-42FB-47B0-B5CD-638BF6CBCFEB}" type="presParOf" srcId="{18608D1A-213C-4C4E-99E1-F0B669271B0C}" destId="{AAC4CA21-3027-490E-8716-D2E8ED46AB4D}" srcOrd="0" destOrd="0" presId="urn:microsoft.com/office/officeart/2005/8/layout/hierarchy3"/>
    <dgm:cxn modelId="{A4958B29-F242-4EF6-8E89-92B08310A99A}" type="presParOf" srcId="{18608D1A-213C-4C4E-99E1-F0B669271B0C}" destId="{29941B25-3A9A-422E-9CBA-51ACE8F33815}" srcOrd="1" destOrd="0" presId="urn:microsoft.com/office/officeart/2005/8/layout/hierarchy3"/>
    <dgm:cxn modelId="{3A247D48-1FFE-4FE5-AD59-62C8430624D2}" type="presParOf" srcId="{5E8DBA10-1D23-4D0A-AEEC-6EA9630F6234}" destId="{491FF40C-4318-4AE7-86A6-6EF511319837}" srcOrd="1" destOrd="0" presId="urn:microsoft.com/office/officeart/2005/8/layout/hierarchy3"/>
    <dgm:cxn modelId="{689ADE60-AFF7-4884-B6EC-CD6FB1167459}" type="presParOf" srcId="{491FF40C-4318-4AE7-86A6-6EF511319837}" destId="{1D05067D-C8C3-4052-A345-2F54CFA4AC31}" srcOrd="0" destOrd="0" presId="urn:microsoft.com/office/officeart/2005/8/layout/hierarchy3"/>
    <dgm:cxn modelId="{10350C12-6574-48E2-81D9-AC2149B3F9B9}" type="presParOf" srcId="{491FF40C-4318-4AE7-86A6-6EF511319837}" destId="{EAADE4E2-8EB6-4C2B-8AC2-BEEA4D7C9BFE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20409BB-417B-4FCC-987A-D4F4707470D1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376A4C7-9FD7-4A52-853E-3837F645B961}">
      <dgm:prSet/>
      <dgm:spPr/>
      <dgm:t>
        <a:bodyPr/>
        <a:lstStyle/>
        <a:p>
          <a:r>
            <a:rPr lang="en-US"/>
            <a:t>messageDelete &amp; messageUpdate</a:t>
          </a:r>
          <a:r>
            <a:rPr lang="el-GR"/>
            <a:t>: Το </a:t>
          </a:r>
          <a:r>
            <a:rPr lang="en-US"/>
            <a:t>bot </a:t>
          </a:r>
          <a:r>
            <a:rPr lang="el-GR"/>
            <a:t>καταγράφει περιπτώσεις καταγραφής ή επεξεργασίας μηνυμάτων</a:t>
          </a:r>
          <a:endParaRPr lang="en-US"/>
        </a:p>
      </dgm:t>
    </dgm:pt>
    <dgm:pt modelId="{0F2C1B08-5AEE-4280-AF0A-A7DBC7B2033B}" type="parTrans" cxnId="{1C37C09B-6FE3-45B3-91AB-03EAEE912FBC}">
      <dgm:prSet/>
      <dgm:spPr/>
      <dgm:t>
        <a:bodyPr/>
        <a:lstStyle/>
        <a:p>
          <a:endParaRPr lang="en-US"/>
        </a:p>
      </dgm:t>
    </dgm:pt>
    <dgm:pt modelId="{A3BE8B43-96A2-4034-9F5B-C76C9B2C47D1}" type="sibTrans" cxnId="{1C37C09B-6FE3-45B3-91AB-03EAEE912FBC}">
      <dgm:prSet/>
      <dgm:spPr/>
      <dgm:t>
        <a:bodyPr/>
        <a:lstStyle/>
        <a:p>
          <a:endParaRPr lang="en-US"/>
        </a:p>
      </dgm:t>
    </dgm:pt>
    <dgm:pt modelId="{2AA00CA1-F036-4C40-A51E-509CB8E4318C}">
      <dgm:prSet/>
      <dgm:spPr/>
      <dgm:t>
        <a:bodyPr/>
        <a:lstStyle/>
        <a:p>
          <a:r>
            <a:rPr lang="en-US"/>
            <a:t>messageDelete</a:t>
          </a:r>
          <a:r>
            <a:rPr lang="el-GR"/>
            <a:t>: βασικές πληροφορίες για καταγραφή ιστορικού</a:t>
          </a:r>
          <a:endParaRPr lang="en-US"/>
        </a:p>
      </dgm:t>
    </dgm:pt>
    <dgm:pt modelId="{76983E1E-2166-4562-A124-845E3D7FF9DC}" type="parTrans" cxnId="{523F9A58-B269-469A-B9AF-81A61C55364C}">
      <dgm:prSet/>
      <dgm:spPr/>
      <dgm:t>
        <a:bodyPr/>
        <a:lstStyle/>
        <a:p>
          <a:endParaRPr lang="en-US"/>
        </a:p>
      </dgm:t>
    </dgm:pt>
    <dgm:pt modelId="{EA417914-5866-44A0-B0D3-CB2AB70BBBAD}" type="sibTrans" cxnId="{523F9A58-B269-469A-B9AF-81A61C55364C}">
      <dgm:prSet/>
      <dgm:spPr/>
      <dgm:t>
        <a:bodyPr/>
        <a:lstStyle/>
        <a:p>
          <a:endParaRPr lang="en-US"/>
        </a:p>
      </dgm:t>
    </dgm:pt>
    <dgm:pt modelId="{69DFD3F9-70E0-4261-AF2E-07CE1FEADB2A}">
      <dgm:prSet/>
      <dgm:spPr/>
      <dgm:t>
        <a:bodyPr/>
        <a:lstStyle/>
        <a:p>
          <a:r>
            <a:rPr lang="en-US"/>
            <a:t>messageUpdate</a:t>
          </a:r>
          <a:r>
            <a:rPr lang="el-GR"/>
            <a:t>: καταγραφή αλλαγών και μηχανισμός ανάκτησης ελλιπών δεδομένων</a:t>
          </a:r>
          <a:endParaRPr lang="en-US"/>
        </a:p>
      </dgm:t>
    </dgm:pt>
    <dgm:pt modelId="{451EBE35-E09B-448D-AC0D-4B96412F6FD3}" type="parTrans" cxnId="{37C0FFA8-2B22-4371-8F53-7CF59B7C39AC}">
      <dgm:prSet/>
      <dgm:spPr/>
      <dgm:t>
        <a:bodyPr/>
        <a:lstStyle/>
        <a:p>
          <a:endParaRPr lang="en-US"/>
        </a:p>
      </dgm:t>
    </dgm:pt>
    <dgm:pt modelId="{A6A72523-CF6D-4AF6-9CBF-5A6A28B526C4}" type="sibTrans" cxnId="{37C0FFA8-2B22-4371-8F53-7CF59B7C39AC}">
      <dgm:prSet/>
      <dgm:spPr/>
      <dgm:t>
        <a:bodyPr/>
        <a:lstStyle/>
        <a:p>
          <a:endParaRPr lang="en-US"/>
        </a:p>
      </dgm:t>
    </dgm:pt>
    <dgm:pt modelId="{1137405A-B8D5-4E9F-8107-AC1EF24EDE88}" type="pres">
      <dgm:prSet presAssocID="{820409BB-417B-4FCC-987A-D4F4707470D1}" presName="linear" presStyleCnt="0">
        <dgm:presLayoutVars>
          <dgm:animLvl val="lvl"/>
          <dgm:resizeHandles val="exact"/>
        </dgm:presLayoutVars>
      </dgm:prSet>
      <dgm:spPr/>
    </dgm:pt>
    <dgm:pt modelId="{556AF896-C43B-4646-96DD-351606B10E3C}" type="pres">
      <dgm:prSet presAssocID="{6376A4C7-9FD7-4A52-853E-3837F645B96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512CB6A-D174-4FE3-B23F-8130A815F674}" type="pres">
      <dgm:prSet presAssocID="{A3BE8B43-96A2-4034-9F5B-C76C9B2C47D1}" presName="spacer" presStyleCnt="0"/>
      <dgm:spPr/>
    </dgm:pt>
    <dgm:pt modelId="{EA7AA05D-78FF-466A-9851-35CC596C3D4A}" type="pres">
      <dgm:prSet presAssocID="{2AA00CA1-F036-4C40-A51E-509CB8E4318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A96A238-CDCA-4349-B4C4-1AF8547B7BD7}" type="pres">
      <dgm:prSet presAssocID="{EA417914-5866-44A0-B0D3-CB2AB70BBBAD}" presName="spacer" presStyleCnt="0"/>
      <dgm:spPr/>
    </dgm:pt>
    <dgm:pt modelId="{5C14C950-D6F0-4DA0-9CDD-C7C47190781F}" type="pres">
      <dgm:prSet presAssocID="{69DFD3F9-70E0-4261-AF2E-07CE1FEADB2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459541E-09AD-4AE9-BC13-B278A70AC670}" type="presOf" srcId="{69DFD3F9-70E0-4261-AF2E-07CE1FEADB2A}" destId="{5C14C950-D6F0-4DA0-9CDD-C7C47190781F}" srcOrd="0" destOrd="0" presId="urn:microsoft.com/office/officeart/2005/8/layout/vList2"/>
    <dgm:cxn modelId="{19691952-28BD-4BA5-8369-CDB90CE615F2}" type="presOf" srcId="{6376A4C7-9FD7-4A52-853E-3837F645B961}" destId="{556AF896-C43B-4646-96DD-351606B10E3C}" srcOrd="0" destOrd="0" presId="urn:microsoft.com/office/officeart/2005/8/layout/vList2"/>
    <dgm:cxn modelId="{523F9A58-B269-469A-B9AF-81A61C55364C}" srcId="{820409BB-417B-4FCC-987A-D4F4707470D1}" destId="{2AA00CA1-F036-4C40-A51E-509CB8E4318C}" srcOrd="1" destOrd="0" parTransId="{76983E1E-2166-4562-A124-845E3D7FF9DC}" sibTransId="{EA417914-5866-44A0-B0D3-CB2AB70BBBAD}"/>
    <dgm:cxn modelId="{1C37C09B-6FE3-45B3-91AB-03EAEE912FBC}" srcId="{820409BB-417B-4FCC-987A-D4F4707470D1}" destId="{6376A4C7-9FD7-4A52-853E-3837F645B961}" srcOrd="0" destOrd="0" parTransId="{0F2C1B08-5AEE-4280-AF0A-A7DBC7B2033B}" sibTransId="{A3BE8B43-96A2-4034-9F5B-C76C9B2C47D1}"/>
    <dgm:cxn modelId="{37C0FFA8-2B22-4371-8F53-7CF59B7C39AC}" srcId="{820409BB-417B-4FCC-987A-D4F4707470D1}" destId="{69DFD3F9-70E0-4261-AF2E-07CE1FEADB2A}" srcOrd="2" destOrd="0" parTransId="{451EBE35-E09B-448D-AC0D-4B96412F6FD3}" sibTransId="{A6A72523-CF6D-4AF6-9CBF-5A6A28B526C4}"/>
    <dgm:cxn modelId="{800A76E3-B101-4B1B-BEC5-4132CC5CC21B}" type="presOf" srcId="{2AA00CA1-F036-4C40-A51E-509CB8E4318C}" destId="{EA7AA05D-78FF-466A-9851-35CC596C3D4A}" srcOrd="0" destOrd="0" presId="urn:microsoft.com/office/officeart/2005/8/layout/vList2"/>
    <dgm:cxn modelId="{9F6313ED-F018-47AF-95E7-8CB62DCAE9B3}" type="presOf" srcId="{820409BB-417B-4FCC-987A-D4F4707470D1}" destId="{1137405A-B8D5-4E9F-8107-AC1EF24EDE88}" srcOrd="0" destOrd="0" presId="urn:microsoft.com/office/officeart/2005/8/layout/vList2"/>
    <dgm:cxn modelId="{A06362DB-84AE-4939-9582-68952FCB7FD5}" type="presParOf" srcId="{1137405A-B8D5-4E9F-8107-AC1EF24EDE88}" destId="{556AF896-C43B-4646-96DD-351606B10E3C}" srcOrd="0" destOrd="0" presId="urn:microsoft.com/office/officeart/2005/8/layout/vList2"/>
    <dgm:cxn modelId="{C1491A61-D43D-4D39-B998-72A687A5747E}" type="presParOf" srcId="{1137405A-B8D5-4E9F-8107-AC1EF24EDE88}" destId="{6512CB6A-D174-4FE3-B23F-8130A815F674}" srcOrd="1" destOrd="0" presId="urn:microsoft.com/office/officeart/2005/8/layout/vList2"/>
    <dgm:cxn modelId="{3AF711A3-8C30-4F4D-B87A-625649A17884}" type="presParOf" srcId="{1137405A-B8D5-4E9F-8107-AC1EF24EDE88}" destId="{EA7AA05D-78FF-466A-9851-35CC596C3D4A}" srcOrd="2" destOrd="0" presId="urn:microsoft.com/office/officeart/2005/8/layout/vList2"/>
    <dgm:cxn modelId="{F0845DB0-8F17-464F-96D0-6335CA1058E9}" type="presParOf" srcId="{1137405A-B8D5-4E9F-8107-AC1EF24EDE88}" destId="{FA96A238-CDCA-4349-B4C4-1AF8547B7BD7}" srcOrd="3" destOrd="0" presId="urn:microsoft.com/office/officeart/2005/8/layout/vList2"/>
    <dgm:cxn modelId="{13B6C7BA-A437-4476-91F0-BFB43AB0B60C}" type="presParOf" srcId="{1137405A-B8D5-4E9F-8107-AC1EF24EDE88}" destId="{5C14C950-D6F0-4DA0-9CDD-C7C47190781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DA58B7-D022-4C5A-8059-3DE57C5AD403}">
      <dsp:nvSpPr>
        <dsp:cNvPr id="0" name=""/>
        <dsp:cNvSpPr/>
      </dsp:nvSpPr>
      <dsp:spPr>
        <a:xfrm>
          <a:off x="8714" y="174372"/>
          <a:ext cx="3448895" cy="1034668"/>
        </a:xfrm>
        <a:prstGeom prst="chevron">
          <a:avLst>
            <a:gd name="adj" fmla="val 3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53" tIns="127753" rIns="127753" bIns="127753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User</a:t>
          </a:r>
          <a:endParaRPr lang="en-US" sz="2800" kern="1200"/>
        </a:p>
      </dsp:txBody>
      <dsp:txXfrm>
        <a:off x="319114" y="174372"/>
        <a:ext cx="2828095" cy="1034668"/>
      </dsp:txXfrm>
    </dsp:sp>
    <dsp:sp modelId="{CB8638B0-84EA-48A3-8DC2-7E3944C185D0}">
      <dsp:nvSpPr>
        <dsp:cNvPr id="0" name=""/>
        <dsp:cNvSpPr/>
      </dsp:nvSpPr>
      <dsp:spPr>
        <a:xfrm>
          <a:off x="8714" y="1209040"/>
          <a:ext cx="3138494" cy="1724334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011" tIns="248011" rIns="248011" bIns="496022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600" kern="1200"/>
            <a:t>Κάθε μέλος του </a:t>
          </a:r>
          <a:r>
            <a:rPr lang="en-US" sz="1600" kern="1200"/>
            <a:t>server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600" kern="1200"/>
            <a:t>Περιορισμένα Δικαιώματα</a:t>
          </a: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600" kern="1200"/>
            <a:t>Πρόσβαση σε βασικές εντολές</a:t>
          </a:r>
          <a:endParaRPr lang="en-US" sz="1600" kern="1200"/>
        </a:p>
      </dsp:txBody>
      <dsp:txXfrm>
        <a:off x="8714" y="1209040"/>
        <a:ext cx="3138494" cy="1724334"/>
      </dsp:txXfrm>
    </dsp:sp>
    <dsp:sp modelId="{D052B405-3595-4FC8-AF85-A7BC97FAEE17}">
      <dsp:nvSpPr>
        <dsp:cNvPr id="0" name=""/>
        <dsp:cNvSpPr/>
      </dsp:nvSpPr>
      <dsp:spPr>
        <a:xfrm>
          <a:off x="3406352" y="174372"/>
          <a:ext cx="3448895" cy="1034668"/>
        </a:xfrm>
        <a:prstGeom prst="chevron">
          <a:avLst>
            <a:gd name="adj" fmla="val 3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53" tIns="127753" rIns="127753" bIns="127753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Moderator</a:t>
          </a:r>
          <a:endParaRPr lang="en-US" sz="2800" kern="1200"/>
        </a:p>
      </dsp:txBody>
      <dsp:txXfrm>
        <a:off x="3716752" y="174372"/>
        <a:ext cx="2828095" cy="1034668"/>
      </dsp:txXfrm>
    </dsp:sp>
    <dsp:sp modelId="{194A2132-8439-4CAE-8D13-CF381E307A8F}">
      <dsp:nvSpPr>
        <dsp:cNvPr id="0" name=""/>
        <dsp:cNvSpPr/>
      </dsp:nvSpPr>
      <dsp:spPr>
        <a:xfrm>
          <a:off x="3406352" y="1209040"/>
          <a:ext cx="3138494" cy="1724334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011" tIns="248011" rIns="248011" bIns="496022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600" kern="1200"/>
            <a:t>Κληρονομεί τον απλό Χρήστη</a:t>
          </a: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600" kern="1200"/>
            <a:t>Υπεύθυνος για την τήρηση κανόνων &amp; εργαλείων πειθαρχίας</a:t>
          </a:r>
          <a:endParaRPr lang="en-US" sz="1600" kern="1200"/>
        </a:p>
      </dsp:txBody>
      <dsp:txXfrm>
        <a:off x="3406352" y="1209040"/>
        <a:ext cx="3138494" cy="1724334"/>
      </dsp:txXfrm>
    </dsp:sp>
    <dsp:sp modelId="{B33DED6B-253F-4FB7-A947-2A929B66566C}">
      <dsp:nvSpPr>
        <dsp:cNvPr id="0" name=""/>
        <dsp:cNvSpPr/>
      </dsp:nvSpPr>
      <dsp:spPr>
        <a:xfrm>
          <a:off x="6803989" y="174372"/>
          <a:ext cx="3448895" cy="1034668"/>
        </a:xfrm>
        <a:prstGeom prst="chevron">
          <a:avLst>
            <a:gd name="adj" fmla="val 3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53" tIns="127753" rIns="127753" bIns="127753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Administrator</a:t>
          </a:r>
          <a:endParaRPr lang="en-US" sz="2800" kern="1200"/>
        </a:p>
      </dsp:txBody>
      <dsp:txXfrm>
        <a:off x="7114389" y="174372"/>
        <a:ext cx="2828095" cy="1034668"/>
      </dsp:txXfrm>
    </dsp:sp>
    <dsp:sp modelId="{0CDA98CC-B99A-499D-BA10-222926B0F8A2}">
      <dsp:nvSpPr>
        <dsp:cNvPr id="0" name=""/>
        <dsp:cNvSpPr/>
      </dsp:nvSpPr>
      <dsp:spPr>
        <a:xfrm>
          <a:off x="6803989" y="1209040"/>
          <a:ext cx="3138494" cy="1724334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011" tIns="248011" rIns="248011" bIns="496022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600" kern="1200"/>
            <a:t>Κληρονομεί τον </a:t>
          </a:r>
          <a:r>
            <a:rPr lang="en-US" sz="1600" kern="1200"/>
            <a:t>Moderator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600" kern="1200"/>
            <a:t>Μέγιστη δικαιοδοσία </a:t>
          </a:r>
          <a:endParaRPr lang="en-US" sz="1600" kern="1200"/>
        </a:p>
      </dsp:txBody>
      <dsp:txXfrm>
        <a:off x="6803989" y="1209040"/>
        <a:ext cx="3138494" cy="17243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C668ED-28D4-4D83-9002-A1927F6C9861}">
      <dsp:nvSpPr>
        <dsp:cNvPr id="0" name=""/>
        <dsp:cNvSpPr/>
      </dsp:nvSpPr>
      <dsp:spPr>
        <a:xfrm>
          <a:off x="1878" y="336243"/>
          <a:ext cx="2159545" cy="107977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Shard Support </a:t>
          </a:r>
          <a:endParaRPr lang="en-US" sz="3300" kern="1200"/>
        </a:p>
      </dsp:txBody>
      <dsp:txXfrm>
        <a:off x="33503" y="367868"/>
        <a:ext cx="2096295" cy="1016522"/>
      </dsp:txXfrm>
    </dsp:sp>
    <dsp:sp modelId="{B034C82E-07F7-40D4-8FEE-33AAFF295BCC}">
      <dsp:nvSpPr>
        <dsp:cNvPr id="0" name=""/>
        <dsp:cNvSpPr/>
      </dsp:nvSpPr>
      <dsp:spPr>
        <a:xfrm>
          <a:off x="217833" y="1416015"/>
          <a:ext cx="215954" cy="8098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9829"/>
              </a:lnTo>
              <a:lnTo>
                <a:pt x="215954" y="809829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15918C-A685-4A23-801D-F4218FE038EF}">
      <dsp:nvSpPr>
        <dsp:cNvPr id="0" name=""/>
        <dsp:cNvSpPr/>
      </dsp:nvSpPr>
      <dsp:spPr>
        <a:xfrm>
          <a:off x="433788" y="1685959"/>
          <a:ext cx="1727636" cy="107977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300" kern="1200"/>
            <a:t>Διαχωρισμός πολλών μικρών διεργασιών =&gt; αποδοτική διαχείριση 	πόρων</a:t>
          </a:r>
          <a:endParaRPr lang="en-US" sz="1300" kern="1200"/>
        </a:p>
      </dsp:txBody>
      <dsp:txXfrm>
        <a:off x="465413" y="1717584"/>
        <a:ext cx="1664386" cy="1016522"/>
      </dsp:txXfrm>
    </dsp:sp>
    <dsp:sp modelId="{5054DCF0-097B-494C-A443-2B88194EC8E8}">
      <dsp:nvSpPr>
        <dsp:cNvPr id="0" name=""/>
        <dsp:cNvSpPr/>
      </dsp:nvSpPr>
      <dsp:spPr>
        <a:xfrm>
          <a:off x="2701311" y="336243"/>
          <a:ext cx="2159545" cy="107977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Advanced Logging</a:t>
          </a:r>
          <a:endParaRPr lang="en-US" sz="3300" kern="1200"/>
        </a:p>
      </dsp:txBody>
      <dsp:txXfrm>
        <a:off x="2732936" y="367868"/>
        <a:ext cx="2096295" cy="1016522"/>
      </dsp:txXfrm>
    </dsp:sp>
    <dsp:sp modelId="{61ACE3C1-08E9-45A4-B1BA-A806D5B8E4B0}">
      <dsp:nvSpPr>
        <dsp:cNvPr id="0" name=""/>
        <dsp:cNvSpPr/>
      </dsp:nvSpPr>
      <dsp:spPr>
        <a:xfrm>
          <a:off x="2917265" y="1416015"/>
          <a:ext cx="215954" cy="8098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9829"/>
              </a:lnTo>
              <a:lnTo>
                <a:pt x="215954" y="809829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0C7B2F-D8C0-464C-AFFB-480E1CB862C8}">
      <dsp:nvSpPr>
        <dsp:cNvPr id="0" name=""/>
        <dsp:cNvSpPr/>
      </dsp:nvSpPr>
      <dsp:spPr>
        <a:xfrm>
          <a:off x="3133220" y="1685959"/>
          <a:ext cx="1727636" cy="107977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300" kern="1200"/>
            <a:t>Αρχειοθέτηση κρίσιμων δεδομένων λειτουργίας</a:t>
          </a:r>
          <a:endParaRPr lang="en-US" sz="1300" kern="1200"/>
        </a:p>
      </dsp:txBody>
      <dsp:txXfrm>
        <a:off x="3164845" y="1717584"/>
        <a:ext cx="1664386" cy="1016522"/>
      </dsp:txXfrm>
    </dsp:sp>
    <dsp:sp modelId="{FCE8C2D9-FCB1-4E57-90DB-E12778969A75}">
      <dsp:nvSpPr>
        <dsp:cNvPr id="0" name=""/>
        <dsp:cNvSpPr/>
      </dsp:nvSpPr>
      <dsp:spPr>
        <a:xfrm>
          <a:off x="5400743" y="336243"/>
          <a:ext cx="2159545" cy="107977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Real-time Analysis</a:t>
          </a:r>
          <a:endParaRPr lang="en-US" sz="3300" kern="1200"/>
        </a:p>
      </dsp:txBody>
      <dsp:txXfrm>
        <a:off x="5432368" y="367868"/>
        <a:ext cx="2096295" cy="1016522"/>
      </dsp:txXfrm>
    </dsp:sp>
    <dsp:sp modelId="{07E1A165-04C6-4F9E-B729-4B0B7A479001}">
      <dsp:nvSpPr>
        <dsp:cNvPr id="0" name=""/>
        <dsp:cNvSpPr/>
      </dsp:nvSpPr>
      <dsp:spPr>
        <a:xfrm>
          <a:off x="5616697" y="1416015"/>
          <a:ext cx="215954" cy="8098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9829"/>
              </a:lnTo>
              <a:lnTo>
                <a:pt x="215954" y="809829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7123E7-A6E4-4BD1-95B9-63B37718E5BC}">
      <dsp:nvSpPr>
        <dsp:cNvPr id="0" name=""/>
        <dsp:cNvSpPr/>
      </dsp:nvSpPr>
      <dsp:spPr>
        <a:xfrm>
          <a:off x="5832652" y="1685959"/>
          <a:ext cx="1727636" cy="107977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300" kern="1200"/>
            <a:t>Συλλογή δεδομένων από ΒΔ σε πραγματικό χρόνο</a:t>
          </a:r>
          <a:endParaRPr lang="en-US" sz="1300" kern="1200"/>
        </a:p>
      </dsp:txBody>
      <dsp:txXfrm>
        <a:off x="5864277" y="1717584"/>
        <a:ext cx="1664386" cy="1016522"/>
      </dsp:txXfrm>
    </dsp:sp>
    <dsp:sp modelId="{AAC4CA21-3027-490E-8716-D2E8ED46AB4D}">
      <dsp:nvSpPr>
        <dsp:cNvPr id="0" name=""/>
        <dsp:cNvSpPr/>
      </dsp:nvSpPr>
      <dsp:spPr>
        <a:xfrm>
          <a:off x="8100175" y="336243"/>
          <a:ext cx="2159545" cy="107977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Backup System</a:t>
          </a:r>
          <a:endParaRPr lang="en-US" sz="3300" kern="1200"/>
        </a:p>
      </dsp:txBody>
      <dsp:txXfrm>
        <a:off x="8131800" y="367868"/>
        <a:ext cx="2096295" cy="1016522"/>
      </dsp:txXfrm>
    </dsp:sp>
    <dsp:sp modelId="{1D05067D-C8C3-4052-A345-2F54CFA4AC31}">
      <dsp:nvSpPr>
        <dsp:cNvPr id="0" name=""/>
        <dsp:cNvSpPr/>
      </dsp:nvSpPr>
      <dsp:spPr>
        <a:xfrm>
          <a:off x="8316129" y="1416015"/>
          <a:ext cx="215954" cy="8098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9829"/>
              </a:lnTo>
              <a:lnTo>
                <a:pt x="215954" y="809829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ADE4E2-8EB6-4C2B-8AC2-BEEA4D7C9BFE}">
      <dsp:nvSpPr>
        <dsp:cNvPr id="0" name=""/>
        <dsp:cNvSpPr/>
      </dsp:nvSpPr>
      <dsp:spPr>
        <a:xfrm>
          <a:off x="8532084" y="1685959"/>
          <a:ext cx="1727636" cy="107977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300" kern="1200"/>
            <a:t>Αποθήκευση δεδομένων για εύκολη ανάκτηση</a:t>
          </a:r>
          <a:endParaRPr lang="en-US" sz="1300" kern="1200"/>
        </a:p>
      </dsp:txBody>
      <dsp:txXfrm>
        <a:off x="8563709" y="1717584"/>
        <a:ext cx="1664386" cy="10165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6AF896-C43B-4646-96DD-351606B10E3C}">
      <dsp:nvSpPr>
        <dsp:cNvPr id="0" name=""/>
        <dsp:cNvSpPr/>
      </dsp:nvSpPr>
      <dsp:spPr>
        <a:xfrm>
          <a:off x="0" y="49787"/>
          <a:ext cx="10261599" cy="95471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messageDelete &amp; messageUpdate</a:t>
          </a:r>
          <a:r>
            <a:rPr lang="el-GR" sz="2400" kern="1200"/>
            <a:t>: Το </a:t>
          </a:r>
          <a:r>
            <a:rPr lang="en-US" sz="2400" kern="1200"/>
            <a:t>bot </a:t>
          </a:r>
          <a:r>
            <a:rPr lang="el-GR" sz="2400" kern="1200"/>
            <a:t>καταγράφει περιπτώσεις καταγραφής ή επεξεργασίας μηνυμάτων</a:t>
          </a:r>
          <a:endParaRPr lang="en-US" sz="2400" kern="1200"/>
        </a:p>
      </dsp:txBody>
      <dsp:txXfrm>
        <a:off x="46606" y="96393"/>
        <a:ext cx="10168387" cy="861507"/>
      </dsp:txXfrm>
    </dsp:sp>
    <dsp:sp modelId="{EA7AA05D-78FF-466A-9851-35CC596C3D4A}">
      <dsp:nvSpPr>
        <dsp:cNvPr id="0" name=""/>
        <dsp:cNvSpPr/>
      </dsp:nvSpPr>
      <dsp:spPr>
        <a:xfrm>
          <a:off x="0" y="1073627"/>
          <a:ext cx="10261599" cy="95471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messageDelete</a:t>
          </a:r>
          <a:r>
            <a:rPr lang="el-GR" sz="2400" kern="1200"/>
            <a:t>: βασικές πληροφορίες για καταγραφή ιστορικού</a:t>
          </a:r>
          <a:endParaRPr lang="en-US" sz="2400" kern="1200"/>
        </a:p>
      </dsp:txBody>
      <dsp:txXfrm>
        <a:off x="46606" y="1120233"/>
        <a:ext cx="10168387" cy="861507"/>
      </dsp:txXfrm>
    </dsp:sp>
    <dsp:sp modelId="{5C14C950-D6F0-4DA0-9CDD-C7C47190781F}">
      <dsp:nvSpPr>
        <dsp:cNvPr id="0" name=""/>
        <dsp:cNvSpPr/>
      </dsp:nvSpPr>
      <dsp:spPr>
        <a:xfrm>
          <a:off x="0" y="2097467"/>
          <a:ext cx="10261599" cy="95471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messageUpdate</a:t>
          </a:r>
          <a:r>
            <a:rPr lang="el-GR" sz="2400" kern="1200"/>
            <a:t>: καταγραφή αλλαγών και μηχανισμός ανάκτησης ελλιπών δεδομένων</a:t>
          </a:r>
          <a:endParaRPr lang="en-US" sz="2400" kern="1200"/>
        </a:p>
      </dsp:txBody>
      <dsp:txXfrm>
        <a:off x="46606" y="2144073"/>
        <a:ext cx="10168387" cy="8615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l-GR"/>
              <a:t>Στυλ κύριου τίτλου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D6096-8144-42EC-8C9F-62BF88027F27}" type="datetimeFigureOut">
              <a:rPr lang="el-GR" smtClean="0"/>
              <a:t>8/6/2026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A85C-CE0E-488C-A51A-448EA351496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80406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D6096-8144-42EC-8C9F-62BF88027F27}" type="datetimeFigureOut">
              <a:rPr lang="el-GR" smtClean="0"/>
              <a:t>8/6/2026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A85C-CE0E-488C-A51A-448EA351496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01734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l-GR"/>
              <a:t>Στυλ κύριου τίτλου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D6096-8144-42EC-8C9F-62BF88027F27}" type="datetimeFigureOut">
              <a:rPr lang="el-GR" smtClean="0"/>
              <a:t>8/6/2026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A85C-CE0E-488C-A51A-448EA351496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1321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D6096-8144-42EC-8C9F-62BF88027F27}" type="datetimeFigureOut">
              <a:rPr lang="el-GR" smtClean="0"/>
              <a:t>8/6/2026</a:t>
            </a:fld>
            <a:endParaRPr lang="el-G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A85C-CE0E-488C-A51A-448EA351496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78731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D6096-8144-42EC-8C9F-62BF88027F27}" type="datetimeFigureOut">
              <a:rPr lang="el-GR" smtClean="0"/>
              <a:t>8/6/2026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A85C-CE0E-488C-A51A-448EA3514963}" type="slidenum">
              <a:rPr lang="el-GR" smtClean="0"/>
              <a:t>‹#›</a:t>
            </a:fld>
            <a:endParaRPr lang="el-G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297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D6096-8144-42EC-8C9F-62BF88027F27}" type="datetimeFigureOut">
              <a:rPr lang="el-GR" smtClean="0"/>
              <a:t>8/6/2026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A85C-CE0E-488C-A51A-448EA351496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84649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D6096-8144-42EC-8C9F-62BF88027F27}" type="datetimeFigureOut">
              <a:rPr lang="el-GR" smtClean="0"/>
              <a:t>8/6/2026</a:t>
            </a:fld>
            <a:endParaRPr lang="el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A85C-CE0E-488C-A51A-448EA351496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71488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l-GR"/>
              <a:t>Στυλ κύριου τίτλου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D6096-8144-42EC-8C9F-62BF88027F27}" type="datetimeFigureOut">
              <a:rPr lang="el-GR" smtClean="0"/>
              <a:t>8/6/2026</a:t>
            </a:fld>
            <a:endParaRPr lang="el-G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l-GR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A85C-CE0E-488C-A51A-448EA351496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16422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l-GR"/>
              <a:t>Στυλ κύριου τίτλου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4BD6096-8144-42EC-8C9F-62BF88027F27}" type="datetimeFigureOut">
              <a:rPr lang="el-GR" smtClean="0"/>
              <a:t>8/6/2026</a:t>
            </a:fld>
            <a:endParaRPr lang="el-G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l-G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A85C-CE0E-488C-A51A-448EA351496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27072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D6096-8144-42EC-8C9F-62BF88027F27}" type="datetimeFigureOut">
              <a:rPr lang="el-GR" smtClean="0"/>
              <a:t>8/6/2026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A85C-CE0E-488C-A51A-448EA351496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72462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l-GR"/>
              <a:t>Στυλ κύριου τίτλου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D6096-8144-42EC-8C9F-62BF88027F27}" type="datetimeFigureOut">
              <a:rPr lang="el-GR" smtClean="0"/>
              <a:t>8/6/2026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A85C-CE0E-488C-A51A-448EA351496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74099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l-GR"/>
              <a:t>Στυλ κύριου τίτλου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24BD6096-8144-42EC-8C9F-62BF88027F27}" type="datetimeFigureOut">
              <a:rPr lang="el-GR" smtClean="0"/>
              <a:t>8/6/2026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7759A85C-CE0E-488C-A51A-448EA351496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62808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5458969" y="2386744"/>
            <a:ext cx="5928358" cy="1645920"/>
          </a:xfrm>
        </p:spPr>
        <p:txBody>
          <a:bodyPr>
            <a:normAutofit/>
          </a:bodyPr>
          <a:lstStyle/>
          <a:p>
            <a:r>
              <a:rPr lang="en-US"/>
              <a:t>Discord guardian bot</a:t>
            </a:r>
            <a:endParaRPr lang="el-GR" dirty="0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5458969" y="4471813"/>
            <a:ext cx="5928358" cy="123989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l-GR" sz="1700" dirty="0">
                <a:solidFill>
                  <a:schemeClr val="bg1"/>
                </a:solidFill>
              </a:rPr>
              <a:t>Ελευθέριος Ελευθεριάδης 2049</a:t>
            </a:r>
          </a:p>
          <a:p>
            <a:pPr>
              <a:lnSpc>
                <a:spcPct val="90000"/>
              </a:lnSpc>
            </a:pPr>
            <a:r>
              <a:rPr lang="el-GR" sz="1700" dirty="0">
                <a:solidFill>
                  <a:schemeClr val="bg1"/>
                </a:solidFill>
              </a:rPr>
              <a:t>Μόσχου Αικατερίνη Ευγενία 2068</a:t>
            </a:r>
          </a:p>
          <a:p>
            <a:pPr>
              <a:lnSpc>
                <a:spcPct val="90000"/>
              </a:lnSpc>
            </a:pPr>
            <a:r>
              <a:rPr lang="el-GR" sz="1700" dirty="0">
                <a:solidFill>
                  <a:schemeClr val="bg1"/>
                </a:solidFill>
              </a:rPr>
              <a:t>Ντίμπλερ Αντρέας Θεόδωρος 2071</a:t>
            </a:r>
          </a:p>
          <a:p>
            <a:pPr>
              <a:lnSpc>
                <a:spcPct val="90000"/>
              </a:lnSpc>
            </a:pPr>
            <a:r>
              <a:rPr lang="el-GR" sz="1700" dirty="0">
                <a:solidFill>
                  <a:schemeClr val="bg1"/>
                </a:solidFill>
              </a:rPr>
              <a:t>Χατζηκυριάκου Περικλής 2090</a:t>
            </a:r>
            <a:endParaRPr lang="el-GR" sz="1050" dirty="0">
              <a:solidFill>
                <a:schemeClr val="bg1"/>
              </a:solidFill>
            </a:endParaRPr>
          </a:p>
        </p:txBody>
      </p:sp>
      <p:pic>
        <p:nvPicPr>
          <p:cNvPr id="13" name="Picture 12" descr="A vintage robot">
            <a:extLst>
              <a:ext uri="{FF2B5EF4-FFF2-40B4-BE49-F238E27FC236}">
                <a16:creationId xmlns:a16="http://schemas.microsoft.com/office/drawing/2014/main" id="{5A92B325-BF4C-F5F2-77E2-C94C96B7FD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47" r="45128"/>
          <a:stretch>
            <a:fillRect/>
          </a:stretch>
        </p:blipFill>
        <p:spPr>
          <a:xfrm>
            <a:off x="20" y="10"/>
            <a:ext cx="465427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443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728044"/>
          </a:xfrm>
          <a:noFill/>
          <a:ln>
            <a:solidFill>
              <a:schemeClr val="bg1"/>
            </a:solidFill>
          </a:ln>
        </p:spPr>
        <p:txBody>
          <a:bodyPr vert="horz" wrap="square" lIns="182880" tIns="182880" rIns="182880" bIns="18288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Τι ειναι ΤΟ DISCORD GUARDIAN BOT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643468" y="2638044"/>
            <a:ext cx="3363974" cy="3415622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Αυτομ</a:t>
            </a:r>
            <a:r>
              <a:rPr lang="en-US" dirty="0">
                <a:solidFill>
                  <a:schemeClr val="bg1"/>
                </a:solidFill>
              </a:rPr>
              <a:t>ατοποιημένο Λογισμικό</a:t>
            </a:r>
            <a:r>
              <a:rPr lang="el-GR" dirty="0">
                <a:solidFill>
                  <a:schemeClr val="bg1"/>
                </a:solidFill>
              </a:rPr>
              <a:t> που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l-GR" dirty="0">
                <a:solidFill>
                  <a:schemeClr val="bg1"/>
                </a:solidFill>
              </a:rPr>
              <a:t>ε</a:t>
            </a:r>
            <a:r>
              <a:rPr lang="en-US" dirty="0" err="1">
                <a:solidFill>
                  <a:schemeClr val="bg1"/>
                </a:solidFill>
              </a:rPr>
              <a:t>κτελεί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ορισμένες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εργ</a:t>
            </a:r>
            <a:r>
              <a:rPr lang="en-US" dirty="0">
                <a:solidFill>
                  <a:schemeClr val="bg1"/>
                </a:solidFill>
              </a:rPr>
              <a:t>ασίες</a:t>
            </a:r>
          </a:p>
          <a:p>
            <a:r>
              <a:rPr lang="en-US" dirty="0">
                <a:solidFill>
                  <a:schemeClr val="bg1"/>
                </a:solidFill>
              </a:rPr>
              <a:t>Bot α</a:t>
            </a:r>
            <a:r>
              <a:rPr lang="en-US" dirty="0" err="1">
                <a:solidFill>
                  <a:schemeClr val="bg1"/>
                </a:solidFill>
              </a:rPr>
              <a:t>σφ</a:t>
            </a:r>
            <a:r>
              <a:rPr lang="en-US" dirty="0">
                <a:solidFill>
                  <a:schemeClr val="bg1"/>
                </a:solidFill>
              </a:rPr>
              <a:t>αλείας και όχι ψυχαγωγίας</a:t>
            </a:r>
          </a:p>
          <a:p>
            <a:r>
              <a:rPr lang="en-US" dirty="0" err="1">
                <a:solidFill>
                  <a:schemeClr val="bg1"/>
                </a:solidFill>
              </a:rPr>
              <a:t>Κώδικ</a:t>
            </a:r>
            <a:r>
              <a:rPr lang="en-US" dirty="0">
                <a:solidFill>
                  <a:schemeClr val="bg1"/>
                </a:solidFill>
              </a:rPr>
              <a:t>ας σε JavaScripit</a:t>
            </a:r>
          </a:p>
          <a:p>
            <a:r>
              <a:rPr lang="en-US" dirty="0">
                <a:solidFill>
                  <a:schemeClr val="bg1"/>
                </a:solidFill>
              </a:rPr>
              <a:t>82 stars </a:t>
            </a:r>
            <a:r>
              <a:rPr lang="en-US" dirty="0" err="1">
                <a:solidFill>
                  <a:schemeClr val="bg1"/>
                </a:solidFill>
              </a:rPr>
              <a:t>στο</a:t>
            </a:r>
            <a:r>
              <a:rPr lang="en-US" dirty="0">
                <a:solidFill>
                  <a:schemeClr val="bg1"/>
                </a:solidFill>
              </a:rPr>
              <a:t> GitHub</a:t>
            </a:r>
            <a:endParaRPr lang="el-GR" dirty="0">
              <a:solidFill>
                <a:schemeClr val="bg1"/>
              </a:solidFill>
            </a:endParaRPr>
          </a:p>
          <a:p>
            <a:r>
              <a:rPr lang="el-GR" dirty="0">
                <a:solidFill>
                  <a:schemeClr val="bg1"/>
                </a:solidFill>
              </a:rPr>
              <a:t>Ενεργό </a:t>
            </a:r>
            <a:r>
              <a:rPr lang="en-US" dirty="0">
                <a:solidFill>
                  <a:schemeClr val="bg1"/>
                </a:solidFill>
              </a:rPr>
              <a:t>repository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Θέση περιεχομένου 4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21154" b="21154"/>
          <a:stretch>
            <a:fillRect/>
          </a:stretch>
        </p:blipFill>
        <p:spPr>
          <a:xfrm>
            <a:off x="5297763" y="2469556"/>
            <a:ext cx="6250769" cy="175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43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BC3E1C3D-633C-4756-B09B-9AD080714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668" y="640080"/>
            <a:ext cx="10915252" cy="5263134"/>
          </a:xfrm>
          <a:prstGeom prst="rect">
            <a:avLst/>
          </a:prstGeom>
          <a:noFill/>
          <a:ln w="31750" cap="sq">
            <a:solidFill>
              <a:schemeClr val="accent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295DAF8-54BC-4834-A4B1-7DD2F7AFE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1520" y="802767"/>
            <a:ext cx="10585166" cy="4937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C8AA278E-7CAA-C634-7BA5-B0AAF8D0F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624" y="1122807"/>
            <a:ext cx="9954443" cy="4297680"/>
          </a:xfrm>
          <a:noFill/>
          <a:ln>
            <a:noFill/>
          </a:ln>
        </p:spPr>
        <p:txBody>
          <a:bodyPr vert="horz" lIns="182880" tIns="182880" rIns="182880" bIns="182880" rtlCol="0" anchor="ctr" anchorCtr="1">
            <a:normAutofit/>
          </a:bodyPr>
          <a:lstStyle/>
          <a:p>
            <a:r>
              <a:rPr lang="en-US" sz="6000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Αναλυση απαιτησεων</a:t>
            </a:r>
          </a:p>
        </p:txBody>
      </p:sp>
    </p:spTree>
    <p:extLst>
      <p:ext uri="{BB962C8B-B14F-4D97-AF65-F5344CB8AC3E}">
        <p14:creationId xmlns:p14="http://schemas.microsoft.com/office/powerpoint/2010/main" val="470356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9298F41-FF37-CB07-F391-21815FF0E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ellipse">
            <a:avLst/>
          </a:prstGeom>
        </p:spPr>
        <p:txBody>
          <a:bodyPr>
            <a:normAutofit/>
          </a:bodyPr>
          <a:lstStyle/>
          <a:p>
            <a:r>
              <a:rPr lang="el-GR"/>
              <a:t>Προσδιορισμοσ ρολων</a:t>
            </a:r>
          </a:p>
        </p:txBody>
      </p:sp>
      <p:graphicFrame>
        <p:nvGraphicFramePr>
          <p:cNvPr id="83" name="Θέση περιεχομένου 2">
            <a:extLst>
              <a:ext uri="{FF2B5EF4-FFF2-40B4-BE49-F238E27FC236}">
                <a16:creationId xmlns:a16="http://schemas.microsoft.com/office/drawing/2014/main" id="{8E04E434-1978-002E-8993-22078DF438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5380220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9609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F8CB3F4-C3D8-4017-9F67-69B7409E77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bg1"/>
                </a:solidFill>
              </a:rPr>
              <a:t>ΔΙΑΓΡΑΜΜΑ ΠΕΡΙΠΤΩΣΕΩΝ ΧΡΗΣΗΣ</a:t>
            </a:r>
            <a:endParaRPr lang="el-GR" dirty="0">
              <a:solidFill>
                <a:schemeClr val="bg1"/>
              </a:solidFill>
            </a:endParaRP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9041420B-5DAC-61E7-FDA1-043ED361E2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l-GR" dirty="0">
                <a:solidFill>
                  <a:schemeClr val="bg1"/>
                </a:solidFill>
              </a:rPr>
              <a:t>ΛΕΙΤΟΥΡΓΙΚΕΣ ΑΠΑΙΤΗΣΕΙΣ</a:t>
            </a:r>
          </a:p>
        </p:txBody>
      </p:sp>
    </p:spTree>
    <p:extLst>
      <p:ext uri="{BB962C8B-B14F-4D97-AF65-F5344CB8AC3E}">
        <p14:creationId xmlns:p14="http://schemas.microsoft.com/office/powerpoint/2010/main" val="159229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6D8F1B79-4F9B-2820-8E56-B48F4F3D30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3468" y="2638044"/>
            <a:ext cx="3363974" cy="341562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Βασική λογική για εναλλακτικά σενάρια: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Συμπλήρωση λάθος πεδίων&gt; Ενημέρωση με μήνυμα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Ανεπαρκή δικαιώματα&gt; Ενημέρωση με μήνυμα</a:t>
            </a:r>
          </a:p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8" name="Θέση περιεχομένου 7">
            <a:extLst>
              <a:ext uri="{FF2B5EF4-FFF2-40B4-BE49-F238E27FC236}">
                <a16:creationId xmlns:a16="http://schemas.microsoft.com/office/drawing/2014/main" id="{8DAE0F5E-9B91-A199-0066-410766C7CF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14274" y="1"/>
            <a:ext cx="8177726" cy="68579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32930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2B5331E-2BEE-A0E4-4FF5-01E6933C6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l-GR"/>
              <a:t>ΜΗ ΛΕΙΤΟΥΡΓΙΚΕΣ ΑΠΑΙΤΗΣΕΙΣ</a:t>
            </a:r>
            <a:endParaRPr lang="el-GR" dirty="0"/>
          </a:p>
        </p:txBody>
      </p:sp>
      <p:graphicFrame>
        <p:nvGraphicFramePr>
          <p:cNvPr id="27" name="Θέση περιεχομένου 2">
            <a:extLst>
              <a:ext uri="{FF2B5EF4-FFF2-40B4-BE49-F238E27FC236}">
                <a16:creationId xmlns:a16="http://schemas.microsoft.com/office/drawing/2014/main" id="{72035692-D5B4-A3C3-EC7F-AECED4508F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8560760"/>
              </p:ext>
            </p:extLst>
          </p:nvPr>
        </p:nvGraphicFramePr>
        <p:xfrm>
          <a:off x="965201" y="2638425"/>
          <a:ext cx="10261600" cy="310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0688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C3E1C3D-633C-4756-B09B-9AD080714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668" y="640080"/>
            <a:ext cx="10915252" cy="5263134"/>
          </a:xfrm>
          <a:prstGeom prst="rect">
            <a:avLst/>
          </a:prstGeom>
          <a:noFill/>
          <a:ln w="31750" cap="sq">
            <a:solidFill>
              <a:schemeClr val="accent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95DAF8-54BC-4834-A4B1-7DD2F7AFE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1520" y="802767"/>
            <a:ext cx="10585166" cy="4937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244AB38D-5E30-AAB9-EA46-9A6B9AB8B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624" y="1122807"/>
            <a:ext cx="9954443" cy="4297680"/>
          </a:xfrm>
          <a:noFill/>
          <a:ln>
            <a:noFill/>
          </a:ln>
        </p:spPr>
        <p:txBody>
          <a:bodyPr vert="horz" lIns="182880" tIns="182880" rIns="182880" bIns="182880" rtlCol="0" anchor="ctr" anchorCtr="1">
            <a:normAutofit/>
          </a:bodyPr>
          <a:lstStyle/>
          <a:p>
            <a:r>
              <a:rPr lang="en-US" sz="6000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Σχεδιασμοσ απαιτησεων</a:t>
            </a:r>
          </a:p>
        </p:txBody>
      </p:sp>
    </p:spTree>
    <p:extLst>
      <p:ext uri="{BB962C8B-B14F-4D97-AF65-F5344CB8AC3E}">
        <p14:creationId xmlns:p14="http://schemas.microsoft.com/office/powerpoint/2010/main" val="3992785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904C6F20-8ED6-4F1A-8811-4062BFA838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668" y="640080"/>
            <a:ext cx="10915252" cy="526313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96B1FD-E4C5-42A7-A539-60C3AF43E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1520" y="802767"/>
            <a:ext cx="10585166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7E9AF706-342D-7575-60F8-DA48C4187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624" y="1122807"/>
            <a:ext cx="9954443" cy="4297680"/>
          </a:xfrm>
          <a:noFill/>
          <a:ln>
            <a:noFill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6000" kern="1200" cap="all" spc="200" baseline="0" dirty="0">
                <a:solidFill>
                  <a:srgbClr val="1D2C31"/>
                </a:solidFill>
                <a:latin typeface="+mj-lt"/>
                <a:ea typeface="+mj-ea"/>
                <a:cs typeface="+mj-cs"/>
              </a:rPr>
              <a:t>ΔΙΑΓΡΑΜΜΑ ΣΥΝΙΣΤΩΣΩΝ</a:t>
            </a:r>
          </a:p>
        </p:txBody>
      </p:sp>
    </p:spTree>
    <p:extLst>
      <p:ext uri="{BB962C8B-B14F-4D97-AF65-F5344CB8AC3E}">
        <p14:creationId xmlns:p14="http://schemas.microsoft.com/office/powerpoint/2010/main" val="3972236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65041AB2-A9B4-4D3F-B120-38E7860A8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334" y="804334"/>
            <a:ext cx="10583332" cy="5249332"/>
          </a:xfrm>
          <a:prstGeom prst="rect">
            <a:avLst/>
          </a:prstGeom>
          <a:solidFill>
            <a:srgbClr val="FFFFFF"/>
          </a:solidFill>
          <a:ln w="190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DFFF3FCE-31B2-B976-A753-DB4A076A17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15875" y="1124712"/>
            <a:ext cx="6560249" cy="46085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2358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04C6F20-8ED6-4F1A-8811-4062BFA838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668" y="640080"/>
            <a:ext cx="10915252" cy="526313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96B1FD-E4C5-42A7-A539-60C3AF43E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1520" y="802767"/>
            <a:ext cx="10585166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9FC4BEE-F994-DC7C-F22B-0D0B1A491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624" y="1122807"/>
            <a:ext cx="9954443" cy="4297680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l-GR" sz="6000">
                <a:solidFill>
                  <a:srgbClr val="1D2C31"/>
                </a:solidFill>
              </a:rPr>
              <a:t>Διαγραμμα δραστηριοτητων</a:t>
            </a:r>
          </a:p>
        </p:txBody>
      </p:sp>
    </p:spTree>
    <p:extLst>
      <p:ext uri="{BB962C8B-B14F-4D97-AF65-F5344CB8AC3E}">
        <p14:creationId xmlns:p14="http://schemas.microsoft.com/office/powerpoint/2010/main" val="38141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Εικόνα 4">
            <a:extLst>
              <a:ext uri="{FF2B5EF4-FFF2-40B4-BE49-F238E27FC236}">
                <a16:creationId xmlns:a16="http://schemas.microsoft.com/office/drawing/2014/main" id="{1A719260-E838-E071-5E87-906DD4574B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1" b="885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627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04C6F20-8ED6-4F1A-8811-4062BFA838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668" y="640080"/>
            <a:ext cx="10915252" cy="526313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96B1FD-E4C5-42A7-A539-60C3AF43E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1520" y="802767"/>
            <a:ext cx="10585166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6003B93B-04C2-08BB-3A2D-C3C12802A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624" y="1122807"/>
            <a:ext cx="9954443" cy="4297680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l-GR" sz="6000" dirty="0">
                <a:solidFill>
                  <a:srgbClr val="1D2C31"/>
                </a:solidFill>
              </a:rPr>
              <a:t>ΔΙΑΓΡΑΜΜΑ ΑΚΟΛΟΥΘΙΑΣ</a:t>
            </a:r>
          </a:p>
        </p:txBody>
      </p:sp>
    </p:spTree>
    <p:extLst>
      <p:ext uri="{BB962C8B-B14F-4D97-AF65-F5344CB8AC3E}">
        <p14:creationId xmlns:p14="http://schemas.microsoft.com/office/powerpoint/2010/main" val="542220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Εικόνα 2">
            <a:extLst>
              <a:ext uri="{FF2B5EF4-FFF2-40B4-BE49-F238E27FC236}">
                <a16:creationId xmlns:a16="http://schemas.microsoft.com/office/drawing/2014/main" id="{188B2E96-E8C3-7FB6-3159-1BFAA824A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94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38659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3E1C3D-633C-4756-B09B-9AD080714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668" y="640080"/>
            <a:ext cx="10915252" cy="5263134"/>
          </a:xfrm>
          <a:prstGeom prst="rect">
            <a:avLst/>
          </a:prstGeom>
          <a:noFill/>
          <a:ln w="31750" cap="sq">
            <a:solidFill>
              <a:schemeClr val="accent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95DAF8-54BC-4834-A4B1-7DD2F7AFE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1520" y="802767"/>
            <a:ext cx="10585166" cy="4937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49652873-DCA7-0340-9E3E-A027B33E8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624" y="1122807"/>
            <a:ext cx="9954443" cy="4297680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l-GR" sz="6000">
                <a:solidFill>
                  <a:srgbClr val="FFFFFF"/>
                </a:solidFill>
              </a:rPr>
              <a:t>Η ΣΥΝΕΙΣΦΟΡΑ ΜΑΣ</a:t>
            </a:r>
          </a:p>
        </p:txBody>
      </p:sp>
    </p:spTree>
    <p:extLst>
      <p:ext uri="{BB962C8B-B14F-4D97-AF65-F5344CB8AC3E}">
        <p14:creationId xmlns:p14="http://schemas.microsoft.com/office/powerpoint/2010/main" val="3837420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Τίτλος 5">
            <a:extLst>
              <a:ext uri="{FF2B5EF4-FFF2-40B4-BE49-F238E27FC236}">
                <a16:creationId xmlns:a16="http://schemas.microsoft.com/office/drawing/2014/main" id="{A8DA0390-3B9A-F870-43CA-8DD5BCD8E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l-GR" dirty="0"/>
              <a:t>Προσθηκη λειτουργιων </a:t>
            </a:r>
          </a:p>
        </p:txBody>
      </p:sp>
      <p:graphicFrame>
        <p:nvGraphicFramePr>
          <p:cNvPr id="12" name="Θέση περιεχομένου 7">
            <a:extLst>
              <a:ext uri="{FF2B5EF4-FFF2-40B4-BE49-F238E27FC236}">
                <a16:creationId xmlns:a16="http://schemas.microsoft.com/office/drawing/2014/main" id="{A220FD73-F969-A882-A6E9-62450A0C81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3048457"/>
              </p:ext>
            </p:extLst>
          </p:nvPr>
        </p:nvGraphicFramePr>
        <p:xfrm>
          <a:off x="965201" y="2638425"/>
          <a:ext cx="10261600" cy="310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8054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Τίτλος 5">
            <a:extLst>
              <a:ext uri="{FF2B5EF4-FFF2-40B4-BE49-F238E27FC236}">
                <a16:creationId xmlns:a16="http://schemas.microsoft.com/office/drawing/2014/main" id="{19D004F0-8B46-76B3-ECAE-ED0415696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728044"/>
          </a:xfrm>
          <a:noFill/>
          <a:ln>
            <a:solidFill>
              <a:schemeClr val="bg1"/>
            </a:solidFill>
          </a:ln>
        </p:spPr>
        <p:txBody>
          <a:bodyPr vert="horz" wrap="square" lIns="182880" tIns="182880" rIns="182880" bIns="182880" rtlCol="0" anchor="ctr">
            <a:normAutofit/>
          </a:bodyPr>
          <a:lstStyle/>
          <a:p>
            <a:r>
              <a:rPr lang="en-US" sz="2600">
                <a:solidFill>
                  <a:schemeClr val="bg1"/>
                </a:solidFill>
              </a:rPr>
              <a:t>MESSAGEUPDATE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7926569-23CA-A921-1B56-3D4F20442D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3468" y="2638044"/>
            <a:ext cx="3363974" cy="3415622"/>
          </a:xfr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en-US">
                <a:solidFill>
                  <a:schemeClr val="bg1"/>
                </a:solidFill>
              </a:rPr>
              <a:t>‘Έλεγχος από το νέο μήνυμα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Αν είναι partial-&gt; ανάκτηση δεδομένων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Ανάκτηση ρυθμίσεων server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Έλεγχος καταγραφής στο κανάλι basic_logs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Αποστολή embed καταγραφής </a:t>
            </a:r>
          </a:p>
        </p:txBody>
      </p:sp>
      <p:pic>
        <p:nvPicPr>
          <p:cNvPr id="8" name="Θέση περιεχομένου 7">
            <a:extLst>
              <a:ext uri="{FF2B5EF4-FFF2-40B4-BE49-F238E27FC236}">
                <a16:creationId xmlns:a16="http://schemas.microsoft.com/office/drawing/2014/main" id="{D7A68736-AA4E-1619-3A04-525679871AC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297763" y="2129667"/>
            <a:ext cx="6250769" cy="243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684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7">
            <a:extLst>
              <a:ext uri="{FF2B5EF4-FFF2-40B4-BE49-F238E27FC236}">
                <a16:creationId xmlns:a16="http://schemas.microsoft.com/office/drawing/2014/main" id="{65041AB2-A9B4-4D3F-B120-38E7860A8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334" y="804334"/>
            <a:ext cx="10583332" cy="5249332"/>
          </a:xfrm>
          <a:prstGeom prst="rect">
            <a:avLst/>
          </a:prstGeom>
          <a:solidFill>
            <a:srgbClr val="FFFFFF"/>
          </a:solidFill>
          <a:ln w="190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Εικόνα 7">
            <a:extLst>
              <a:ext uri="{FF2B5EF4-FFF2-40B4-BE49-F238E27FC236}">
                <a16:creationId xmlns:a16="http://schemas.microsoft.com/office/drawing/2014/main" id="{6BB109EF-D73D-B5A6-27CA-A9A1B90D0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874" y="909634"/>
            <a:ext cx="5448252" cy="486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207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Τίτλος 5">
            <a:extLst>
              <a:ext uri="{FF2B5EF4-FFF2-40B4-BE49-F238E27FC236}">
                <a16:creationId xmlns:a16="http://schemas.microsoft.com/office/drawing/2014/main" id="{AE61DC72-3482-B13F-E466-D37DB697B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728044"/>
          </a:xfrm>
          <a:noFill/>
          <a:ln>
            <a:solidFill>
              <a:schemeClr val="bg1"/>
            </a:solidFill>
          </a:ln>
        </p:spPr>
        <p:txBody>
          <a:bodyPr vert="horz" wrap="square" lIns="182880" tIns="182880" rIns="182880" bIns="18288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messagedelete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19744F23-43F5-0B21-A152-E9BD127B87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3468" y="2638044"/>
            <a:ext cx="3363974" cy="341562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Περιέχει μόνο το μήνυμα που διαγράφηκε</a:t>
            </a:r>
          </a:p>
          <a:p>
            <a:r>
              <a:rPr lang="en-US">
                <a:solidFill>
                  <a:schemeClr val="bg1"/>
                </a:solidFill>
              </a:rPr>
              <a:t>Έλεγχος 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Μήνυμα server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Partial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Bot συγγραφέας</a:t>
            </a:r>
          </a:p>
          <a:p>
            <a:pPr marL="228600" lvl="1"/>
            <a:r>
              <a:rPr lang="en-US">
                <a:solidFill>
                  <a:schemeClr val="bg1"/>
                </a:solidFill>
              </a:rPr>
              <a:t>Έλεγχος logging και αποστολή embed </a:t>
            </a:r>
          </a:p>
        </p:txBody>
      </p:sp>
      <p:pic>
        <p:nvPicPr>
          <p:cNvPr id="8" name="Θέση περιεχομένου 7">
            <a:extLst>
              <a:ext uri="{FF2B5EF4-FFF2-40B4-BE49-F238E27FC236}">
                <a16:creationId xmlns:a16="http://schemas.microsoft.com/office/drawing/2014/main" id="{F9127F32-531B-A21C-2DDC-504743F7E0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297763" y="2254682"/>
            <a:ext cx="6250769" cy="218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806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5041AB2-A9B4-4D3F-B120-38E7860A8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334" y="804334"/>
            <a:ext cx="10583332" cy="5249332"/>
          </a:xfrm>
          <a:prstGeom prst="rect">
            <a:avLst/>
          </a:prstGeom>
          <a:solidFill>
            <a:srgbClr val="FFFFFF"/>
          </a:solidFill>
          <a:ln w="190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Εικόνα 7">
            <a:extLst>
              <a:ext uri="{FF2B5EF4-FFF2-40B4-BE49-F238E27FC236}">
                <a16:creationId xmlns:a16="http://schemas.microsoft.com/office/drawing/2014/main" id="{32469233-780A-0AB2-6C15-EB3FC04FC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359" y="1124712"/>
            <a:ext cx="7463282" cy="460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79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C3E1C3D-633C-4756-B09B-9AD080714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668" y="640080"/>
            <a:ext cx="10915252" cy="5263134"/>
          </a:xfrm>
          <a:prstGeom prst="rect">
            <a:avLst/>
          </a:prstGeom>
          <a:noFill/>
          <a:ln w="31750" cap="sq">
            <a:solidFill>
              <a:schemeClr val="accent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95DAF8-54BC-4834-A4B1-7DD2F7AFE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1520" y="802767"/>
            <a:ext cx="10585166" cy="4937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Τίτλος 5">
            <a:extLst>
              <a:ext uri="{FF2B5EF4-FFF2-40B4-BE49-F238E27FC236}">
                <a16:creationId xmlns:a16="http://schemas.microsoft.com/office/drawing/2014/main" id="{8FAC19B9-36A1-DD79-93B8-B8857FDD9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624" y="1122807"/>
            <a:ext cx="9954443" cy="4297680"/>
          </a:xfrm>
          <a:noFill/>
          <a:ln>
            <a:noFill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6000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Νεοδιαγραμμα πχ</a:t>
            </a:r>
          </a:p>
        </p:txBody>
      </p:sp>
    </p:spTree>
    <p:extLst>
      <p:ext uri="{BB962C8B-B14F-4D97-AF65-F5344CB8AC3E}">
        <p14:creationId xmlns:p14="http://schemas.microsoft.com/office/powerpoint/2010/main" val="3149110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5041AB2-A9B4-4D3F-B120-38E7860A8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334" y="804334"/>
            <a:ext cx="10583332" cy="5249332"/>
          </a:xfrm>
          <a:prstGeom prst="rect">
            <a:avLst/>
          </a:prstGeom>
          <a:solidFill>
            <a:srgbClr val="FFFFFF"/>
          </a:solidFill>
          <a:ln w="190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Εικόνα 7">
            <a:extLst>
              <a:ext uri="{FF2B5EF4-FFF2-40B4-BE49-F238E27FC236}">
                <a16:creationId xmlns:a16="http://schemas.microsoft.com/office/drawing/2014/main" id="{3F52284B-A800-D6A6-B2C6-71A76846B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441" y="1124712"/>
            <a:ext cx="6313118" cy="460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678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ιμένου 1">
            <a:extLst>
              <a:ext uri="{FF2B5EF4-FFF2-40B4-BE49-F238E27FC236}">
                <a16:creationId xmlns:a16="http://schemas.microsoft.com/office/drawing/2014/main" id="{A2121AAB-E498-1446-B297-61D419827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0986" y="5148621"/>
            <a:ext cx="4270248" cy="704087"/>
          </a:xfrm>
        </p:spPr>
        <p:txBody>
          <a:bodyPr/>
          <a:lstStyle/>
          <a:p>
            <a:r>
              <a:rPr lang="el-GR" dirty="0" err="1"/>
              <a:t>Σταθερο</a:t>
            </a:r>
            <a:r>
              <a:rPr lang="el-GR" dirty="0"/>
              <a:t> </a:t>
            </a:r>
            <a:r>
              <a:rPr lang="en-US" dirty="0"/>
              <a:t>client id</a:t>
            </a:r>
            <a:r>
              <a:rPr lang="el-GR" dirty="0"/>
              <a:t> ?  =&gt; </a:t>
            </a:r>
            <a:r>
              <a:rPr lang="el-GR" dirty="0" err="1"/>
              <a:t>δυναμικη</a:t>
            </a:r>
            <a:r>
              <a:rPr lang="el-GR" dirty="0"/>
              <a:t> </a:t>
            </a:r>
            <a:r>
              <a:rPr lang="el-GR" dirty="0" err="1"/>
              <a:t>αναφορα</a:t>
            </a:r>
            <a:endParaRPr lang="el-GR" dirty="0"/>
          </a:p>
        </p:txBody>
      </p:sp>
      <p:pic>
        <p:nvPicPr>
          <p:cNvPr id="8" name="Θέση περιεχομένου 7">
            <a:extLst>
              <a:ext uri="{FF2B5EF4-FFF2-40B4-BE49-F238E27FC236}">
                <a16:creationId xmlns:a16="http://schemas.microsoft.com/office/drawing/2014/main" id="{48DED42C-0AD0-4EEB-AA3A-84A5588FD4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66786" y="4978872"/>
            <a:ext cx="5954228" cy="1146303"/>
          </a:xfrm>
          <a:prstGeom prst="rect">
            <a:avLst/>
          </a:prstGeom>
        </p:spPr>
      </p:pic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4D898CAF-4357-F883-D501-3DB14EF782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926731" y="3017520"/>
            <a:ext cx="4495800" cy="2722506"/>
          </a:xfrm>
        </p:spPr>
        <p:txBody>
          <a:bodyPr/>
          <a:lstStyle/>
          <a:p>
            <a:r>
              <a:rPr lang="el-GR" dirty="0"/>
              <a:t>Ο σύνδεσμος δεν αντιστοιχούσε πάντα στο ίδιο </a:t>
            </a:r>
            <a:r>
              <a:rPr lang="en-US" dirty="0"/>
              <a:t>bot</a:t>
            </a:r>
            <a:endParaRPr lang="el-GR" dirty="0"/>
          </a:p>
          <a:p>
            <a:r>
              <a:rPr lang="el-GR" dirty="0"/>
              <a:t>Δεν εξασφάλιζε ότι το </a:t>
            </a:r>
            <a:r>
              <a:rPr lang="en-US" dirty="0"/>
              <a:t>bot </a:t>
            </a:r>
            <a:r>
              <a:rPr lang="el-GR" dirty="0"/>
              <a:t>θα λάμβανε τα κατάλληλα δικαιώματα για την ορθή λειτουργία του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9FFD709B-C422-D7BD-5F84-BAB0BBA604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27414" y="2313433"/>
            <a:ext cx="4270248" cy="704087"/>
          </a:xfrm>
        </p:spPr>
        <p:txBody>
          <a:bodyPr/>
          <a:lstStyle/>
          <a:p>
            <a:r>
              <a:rPr lang="el-GR" dirty="0" err="1"/>
              <a:t>Προβλημα</a:t>
            </a:r>
            <a:r>
              <a:rPr lang="el-GR" dirty="0"/>
              <a:t> στον </a:t>
            </a:r>
            <a:r>
              <a:rPr lang="el-GR" dirty="0" err="1"/>
              <a:t>συνδεσμο</a:t>
            </a:r>
            <a:r>
              <a:rPr lang="el-GR" dirty="0"/>
              <a:t> </a:t>
            </a:r>
            <a:r>
              <a:rPr lang="en-US" dirty="0"/>
              <a:t>invite link</a:t>
            </a:r>
            <a:endParaRPr lang="el-GR" dirty="0"/>
          </a:p>
        </p:txBody>
      </p:sp>
      <p:sp>
        <p:nvSpPr>
          <p:cNvPr id="6" name="Τίτλος 5">
            <a:extLst>
              <a:ext uri="{FF2B5EF4-FFF2-40B4-BE49-F238E27FC236}">
                <a16:creationId xmlns:a16="http://schemas.microsoft.com/office/drawing/2014/main" id="{A090CA20-3985-295D-2979-F892781D2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err="1"/>
              <a:t>Διορθωσεισ</a:t>
            </a:r>
            <a:r>
              <a:rPr lang="el-GR" dirty="0"/>
              <a:t> και </a:t>
            </a:r>
            <a:r>
              <a:rPr lang="el-GR" dirty="0" err="1"/>
              <a:t>βελτιωσεισ</a:t>
            </a:r>
            <a:r>
              <a:rPr lang="el-GR" dirty="0"/>
              <a:t> </a:t>
            </a:r>
            <a:r>
              <a:rPr lang="el-GR" dirty="0" err="1"/>
              <a:t>κωδικα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6489804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Θέση περιεχομένου 7">
            <a:extLst>
              <a:ext uri="{FF2B5EF4-FFF2-40B4-BE49-F238E27FC236}">
                <a16:creationId xmlns:a16="http://schemas.microsoft.com/office/drawing/2014/main" id="{8A4AF858-7625-966E-0914-D4FF3DBD694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2234" y="3058429"/>
            <a:ext cx="5603766" cy="1636299"/>
          </a:xfrm>
          <a:prstGeom prst="rect">
            <a:avLst/>
          </a:prstGeom>
        </p:spPr>
      </p:pic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0554550E-89FF-1138-132A-89C2DAE33AF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l-GR" dirty="0" err="1"/>
              <a:t>Ρυθμιση</a:t>
            </a:r>
            <a:r>
              <a:rPr lang="el-GR" dirty="0"/>
              <a:t> στο </a:t>
            </a:r>
            <a:r>
              <a:rPr lang="el-GR" dirty="0" err="1"/>
              <a:t>πεδιο</a:t>
            </a:r>
            <a:r>
              <a:rPr lang="el-GR" dirty="0"/>
              <a:t> </a:t>
            </a:r>
            <a:r>
              <a:rPr lang="en-US" dirty="0" err="1"/>
              <a:t>logs.basic_logs</a:t>
            </a:r>
            <a:endParaRPr lang="el-GR" dirty="0"/>
          </a:p>
          <a:p>
            <a:pPr marL="0" indent="0">
              <a:buNone/>
            </a:pPr>
            <a:r>
              <a:rPr lang="el-GR" dirty="0"/>
              <a:t>Οδηγός θεωρούσε ότι το κανάλι δεν έχει ρυθμιστεί ακόμα και με έγκυρη τιμή στη ΒΔ</a:t>
            </a:r>
          </a:p>
          <a:p>
            <a:pPr marL="0" indent="0">
              <a:buNone/>
            </a:pPr>
            <a:endParaRPr lang="el-GR" dirty="0"/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E215843B-F637-B26C-99A0-A1D4A5072E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l-GR" dirty="0" err="1"/>
              <a:t>Λανθασμενη</a:t>
            </a:r>
            <a:r>
              <a:rPr lang="el-GR" dirty="0"/>
              <a:t> </a:t>
            </a:r>
            <a:r>
              <a:rPr lang="el-GR" dirty="0" err="1"/>
              <a:t>ονομασια</a:t>
            </a:r>
            <a:r>
              <a:rPr lang="el-GR" dirty="0"/>
              <a:t> </a:t>
            </a:r>
            <a:r>
              <a:rPr lang="en-US" dirty="0"/>
              <a:t>setup wizard</a:t>
            </a:r>
            <a:endParaRPr lang="el-GR" dirty="0"/>
          </a:p>
        </p:txBody>
      </p:sp>
      <p:sp>
        <p:nvSpPr>
          <p:cNvPr id="6" name="Τίτλος 5">
            <a:extLst>
              <a:ext uri="{FF2B5EF4-FFF2-40B4-BE49-F238E27FC236}">
                <a16:creationId xmlns:a16="http://schemas.microsoft.com/office/drawing/2014/main" id="{EB4E7505-B283-A220-4A74-E494338C6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err="1"/>
              <a:t>Διορθωσεισ</a:t>
            </a:r>
            <a:r>
              <a:rPr lang="el-GR" dirty="0"/>
              <a:t> και </a:t>
            </a:r>
            <a:r>
              <a:rPr lang="el-GR" dirty="0" err="1"/>
              <a:t>βελτιωσεισ</a:t>
            </a:r>
            <a:r>
              <a:rPr lang="el-GR" dirty="0"/>
              <a:t> </a:t>
            </a:r>
            <a:r>
              <a:rPr lang="el-GR" dirty="0" err="1"/>
              <a:t>κωδικα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9695675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ιμένου 1">
            <a:extLst>
              <a:ext uri="{FF2B5EF4-FFF2-40B4-BE49-F238E27FC236}">
                <a16:creationId xmlns:a16="http://schemas.microsoft.com/office/drawing/2014/main" id="{107614ED-E627-20A3-CB3C-BB8F4BF9D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 err="1"/>
              <a:t>Αφαιρεση</a:t>
            </a:r>
            <a:r>
              <a:rPr lang="el-GR" dirty="0"/>
              <a:t> </a:t>
            </a:r>
            <a:r>
              <a:rPr lang="el-GR" dirty="0" err="1"/>
              <a:t>δυνατοτητασ</a:t>
            </a:r>
            <a:r>
              <a:rPr lang="el-GR" dirty="0"/>
              <a:t> </a:t>
            </a:r>
            <a:r>
              <a:rPr lang="el-GR" dirty="0" err="1"/>
              <a:t>πολλαπλησ</a:t>
            </a:r>
            <a:r>
              <a:rPr lang="el-GR" dirty="0"/>
              <a:t> </a:t>
            </a:r>
            <a:r>
              <a:rPr lang="el-GR" dirty="0" err="1"/>
              <a:t>ψηφοφοριασ</a:t>
            </a:r>
            <a:endParaRPr lang="el-GR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FE7F0B4-DE77-3E4B-0912-B2BD82905D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l-GR" dirty="0"/>
              <a:t>Βελτίωση συνολικής ποιότητας αποτελεσμάτων</a:t>
            </a:r>
          </a:p>
          <a:p>
            <a:r>
              <a:rPr lang="el-GR" dirty="0"/>
              <a:t>Αν ο χρήστης αλλάξει απάντηση αυτόματα αφαιρείται η προηγούμενη ψήφος του και ενημερώνεται το </a:t>
            </a:r>
            <a:r>
              <a:rPr lang="en-US" dirty="0"/>
              <a:t>poll</a:t>
            </a:r>
          </a:p>
          <a:p>
            <a:pPr marL="0" indent="0">
              <a:buNone/>
            </a:pPr>
            <a:endParaRPr lang="el-GR" dirty="0"/>
          </a:p>
        </p:txBody>
      </p:sp>
      <p:pic>
        <p:nvPicPr>
          <p:cNvPr id="8" name="Θέση περιεχομένου 7">
            <a:extLst>
              <a:ext uri="{FF2B5EF4-FFF2-40B4-BE49-F238E27FC236}">
                <a16:creationId xmlns:a16="http://schemas.microsoft.com/office/drawing/2014/main" id="{68B1E591-59EB-8360-9106-F2CBB098046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853684" y="2486972"/>
            <a:ext cx="5252424" cy="2707018"/>
          </a:xfrm>
          <a:prstGeom prst="rect">
            <a:avLst/>
          </a:prstGeom>
        </p:spPr>
      </p:pic>
      <p:sp>
        <p:nvSpPr>
          <p:cNvPr id="6" name="Τίτλος 5">
            <a:extLst>
              <a:ext uri="{FF2B5EF4-FFF2-40B4-BE49-F238E27FC236}">
                <a16:creationId xmlns:a16="http://schemas.microsoft.com/office/drawing/2014/main" id="{286AD1A6-E0A7-C12D-3EB9-A938A6ECB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err="1"/>
              <a:t>Βελτιωση</a:t>
            </a:r>
            <a:r>
              <a:rPr lang="el-GR" dirty="0"/>
              <a:t> </a:t>
            </a:r>
            <a:r>
              <a:rPr lang="el-GR" dirty="0" err="1"/>
              <a:t>λειτουργιασ</a:t>
            </a:r>
            <a:r>
              <a:rPr lang="el-GR" dirty="0"/>
              <a:t> </a:t>
            </a:r>
            <a:r>
              <a:rPr lang="el-GR" dirty="0" err="1"/>
              <a:t>ψηφοφοριων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9666448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C3E1C3D-633C-4756-B09B-9AD080714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668" y="640080"/>
            <a:ext cx="10915252" cy="5263134"/>
          </a:xfrm>
          <a:prstGeom prst="rect">
            <a:avLst/>
          </a:prstGeom>
          <a:noFill/>
          <a:ln w="31750" cap="sq">
            <a:solidFill>
              <a:schemeClr val="accent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95DAF8-54BC-4834-A4B1-7DD2F7AFE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1520" y="802767"/>
            <a:ext cx="10585166" cy="4937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6BE16E-7CA0-83A3-6665-CE686FE16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624" y="1122807"/>
            <a:ext cx="9954443" cy="4297680"/>
          </a:xfrm>
          <a:noFill/>
          <a:ln>
            <a:noFill/>
          </a:ln>
        </p:spPr>
        <p:txBody>
          <a:bodyPr vert="horz" lIns="182880" tIns="182880" rIns="182880" bIns="182880" rtlCol="0" anchor="ctr" anchorCtr="1">
            <a:normAutofit/>
          </a:bodyPr>
          <a:lstStyle/>
          <a:p>
            <a:r>
              <a:rPr lang="en-US" sz="6000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ΕΥΧΑΡΙΣΤΟΥΜΕ ΓΙΑ ΤΗΝ ΠΡΟΣΟΧΗ ΣΑς</a:t>
            </a:r>
          </a:p>
        </p:txBody>
      </p:sp>
    </p:spTree>
    <p:extLst>
      <p:ext uri="{BB962C8B-B14F-4D97-AF65-F5344CB8AC3E}">
        <p14:creationId xmlns:p14="http://schemas.microsoft.com/office/powerpoint/2010/main" val="2545851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Δέμα</Template>
  <TotalTime>153</TotalTime>
  <Words>326</Words>
  <Application>Microsoft Office PowerPoint</Application>
  <PresentationFormat>Ευρεία οθόνη</PresentationFormat>
  <Paragraphs>75</Paragraphs>
  <Slides>26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26</vt:i4>
      </vt:variant>
    </vt:vector>
  </HeadingPairs>
  <TitlesOfParts>
    <vt:vector size="30" baseType="lpstr">
      <vt:lpstr>Arial</vt:lpstr>
      <vt:lpstr>Corbel</vt:lpstr>
      <vt:lpstr>Gill Sans MT</vt:lpstr>
      <vt:lpstr>Parcel</vt:lpstr>
      <vt:lpstr>Discord guardian bot</vt:lpstr>
      <vt:lpstr>Τι ειναι ΤΟ DISCORD GUARDIAN BOT</vt:lpstr>
      <vt:lpstr>Αναλυση απαιτησεων</vt:lpstr>
      <vt:lpstr>Προσδιορισμοσ ρολων</vt:lpstr>
      <vt:lpstr>ΔΙΑΓΡΑΜΜΑ ΠΕΡΙΠΤΩΣΕΩΝ ΧΡΗΣΗΣ</vt:lpstr>
      <vt:lpstr>Παρουσίαση του PowerPoint</vt:lpstr>
      <vt:lpstr>ΜΗ ΛΕΙΤΟΥΡΓΙΚΕΣ ΑΠΑΙΤΗΣΕΙΣ</vt:lpstr>
      <vt:lpstr>Σχεδιασμοσ απαιτησεων</vt:lpstr>
      <vt:lpstr>ΔΙΑΓΡΑΜΜΑ ΣΥΝΙΣΤΩΣΩΝ</vt:lpstr>
      <vt:lpstr>Παρουσίαση του PowerPoint</vt:lpstr>
      <vt:lpstr>Διαγραμμα δραστηριοτητων</vt:lpstr>
      <vt:lpstr>Παρουσίαση του PowerPoint</vt:lpstr>
      <vt:lpstr>ΔΙΑΓΡΑΜΜΑ ΑΚΟΛΟΥΘΙΑΣ</vt:lpstr>
      <vt:lpstr>Παρουσίαση του PowerPoint</vt:lpstr>
      <vt:lpstr>Η ΣΥΝΕΙΣΦΟΡΑ ΜΑΣ</vt:lpstr>
      <vt:lpstr>Προσθηκη λειτουργιων </vt:lpstr>
      <vt:lpstr>MESSAGEUPDATE</vt:lpstr>
      <vt:lpstr>Παρουσίαση του PowerPoint</vt:lpstr>
      <vt:lpstr>messagedelete</vt:lpstr>
      <vt:lpstr>Παρουσίαση του PowerPoint</vt:lpstr>
      <vt:lpstr>Νεοδιαγραμμα πχ</vt:lpstr>
      <vt:lpstr>Παρουσίαση του PowerPoint</vt:lpstr>
      <vt:lpstr>Διορθωσεισ και βελτιωσεισ κωδικα</vt:lpstr>
      <vt:lpstr>Διορθωσεισ και βελτιωσεισ κωδικα</vt:lpstr>
      <vt:lpstr>Βελτιωση λειτουργιασ ψηφοφοριων</vt:lpstr>
      <vt:lpstr>ΕΥΧΑΡΙΣΤΟΥΜΕ ΓΙΑ ΤΗΝ ΠΡΟΣΟΧΗ ΣΑς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Discord guardian bot</dc:title>
  <dc:creator>Κατερίνα Μόσχου</dc:creator>
  <cp:lastModifiedBy>Κατερίνα Μόσχου</cp:lastModifiedBy>
  <cp:revision>4</cp:revision>
  <dcterms:created xsi:type="dcterms:W3CDTF">2026-03-14T20:34:16Z</dcterms:created>
  <dcterms:modified xsi:type="dcterms:W3CDTF">2026-06-08T19:52:54Z</dcterms:modified>
</cp:coreProperties>
</file>